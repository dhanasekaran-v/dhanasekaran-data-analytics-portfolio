
<file path=[Content_Types].xml><?xml version="1.0" encoding="utf-8"?>
<Types xmlns="http://schemas.openxmlformats.org/package/2006/content-types">
  <Default Extension="png" ContentType="image/png"/>
  <Default Extension="tmp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88" autoAdjust="0"/>
    <p:restoredTop sz="94660"/>
  </p:normalViewPr>
  <p:slideViewPr>
    <p:cSldViewPr snapToGrid="0">
      <p:cViewPr varScale="1">
        <p:scale>
          <a:sx n="73" d="100"/>
          <a:sy n="73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BE5786-F108-48C2-B3F8-2E4632397F93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7E14B9F-4540-4AEC-AD74-8A21E4D4FB02}">
      <dgm:prSet phldrT="[Text]"/>
      <dgm:spPr/>
      <dgm:t>
        <a:bodyPr/>
        <a:lstStyle/>
        <a:p>
          <a:r>
            <a:rPr lang="en-US" dirty="0" smtClean="0"/>
            <a:t>Customer Data</a:t>
          </a:r>
          <a:endParaRPr lang="en-US" dirty="0"/>
        </a:p>
      </dgm:t>
    </dgm:pt>
    <dgm:pt modelId="{AAFD9190-A0BC-4352-8454-A358B87D51BE}" type="parTrans" cxnId="{97C550BE-45F4-44AF-88A2-9CB724DDB093}">
      <dgm:prSet/>
      <dgm:spPr/>
      <dgm:t>
        <a:bodyPr/>
        <a:lstStyle/>
        <a:p>
          <a:endParaRPr lang="en-US"/>
        </a:p>
      </dgm:t>
    </dgm:pt>
    <dgm:pt modelId="{FFEE4BE4-805A-4DED-9FB6-36B2DD075888}" type="sibTrans" cxnId="{97C550BE-45F4-44AF-88A2-9CB724DDB093}">
      <dgm:prSet/>
      <dgm:spPr/>
      <dgm:t>
        <a:bodyPr/>
        <a:lstStyle/>
        <a:p>
          <a:endParaRPr lang="en-US"/>
        </a:p>
      </dgm:t>
    </dgm:pt>
    <dgm:pt modelId="{DFA3AB66-09D2-4608-86B2-B7B86C1D1023}">
      <dgm:prSet phldrT="[Text]"/>
      <dgm:spPr/>
      <dgm:t>
        <a:bodyPr/>
        <a:lstStyle/>
        <a:p>
          <a:r>
            <a:rPr lang="en-US" dirty="0" smtClean="0"/>
            <a:t>Model</a:t>
          </a:r>
          <a:endParaRPr lang="en-US" dirty="0"/>
        </a:p>
      </dgm:t>
    </dgm:pt>
    <dgm:pt modelId="{519B82A0-37F4-47B5-87D8-DBEBF074CCBB}" type="parTrans" cxnId="{920B1100-3556-4019-833E-265E3AAF28D0}">
      <dgm:prSet/>
      <dgm:spPr/>
      <dgm:t>
        <a:bodyPr/>
        <a:lstStyle/>
        <a:p>
          <a:endParaRPr lang="en-US"/>
        </a:p>
      </dgm:t>
    </dgm:pt>
    <dgm:pt modelId="{17510485-7C4D-4FDD-BABA-84AEEFF100C0}" type="sibTrans" cxnId="{920B1100-3556-4019-833E-265E3AAF28D0}">
      <dgm:prSet/>
      <dgm:spPr/>
      <dgm:t>
        <a:bodyPr/>
        <a:lstStyle/>
        <a:p>
          <a:endParaRPr lang="en-US"/>
        </a:p>
      </dgm:t>
    </dgm:pt>
    <dgm:pt modelId="{F5CD987F-1CEC-48C4-91B6-DB527F2C1E98}">
      <dgm:prSet phldrT="[Text]"/>
      <dgm:spPr/>
      <dgm:t>
        <a:bodyPr/>
        <a:lstStyle/>
        <a:p>
          <a:r>
            <a:rPr lang="en-US" dirty="0" smtClean="0"/>
            <a:t>Prediction</a:t>
          </a:r>
          <a:endParaRPr lang="en-US" dirty="0"/>
        </a:p>
      </dgm:t>
    </dgm:pt>
    <dgm:pt modelId="{68416AEC-CEFE-48AE-A316-D19106D7EF40}" type="parTrans" cxnId="{561C621A-E434-4360-9E80-6A4A2F0B478E}">
      <dgm:prSet/>
      <dgm:spPr/>
      <dgm:t>
        <a:bodyPr/>
        <a:lstStyle/>
        <a:p>
          <a:endParaRPr lang="en-US"/>
        </a:p>
      </dgm:t>
    </dgm:pt>
    <dgm:pt modelId="{7AFDA59A-75FE-436D-B163-B35E616A07D5}" type="sibTrans" cxnId="{561C621A-E434-4360-9E80-6A4A2F0B478E}">
      <dgm:prSet/>
      <dgm:spPr/>
      <dgm:t>
        <a:bodyPr/>
        <a:lstStyle/>
        <a:p>
          <a:endParaRPr lang="en-US"/>
        </a:p>
      </dgm:t>
    </dgm:pt>
    <dgm:pt modelId="{9CA15F23-00DF-4B6F-84A6-415B31C9B439}">
      <dgm:prSet/>
      <dgm:spPr/>
      <dgm:t>
        <a:bodyPr/>
        <a:lstStyle/>
        <a:p>
          <a:r>
            <a:rPr lang="en-US" dirty="0" smtClean="0"/>
            <a:t>Retention</a:t>
          </a:r>
          <a:endParaRPr lang="en-US" dirty="0"/>
        </a:p>
      </dgm:t>
    </dgm:pt>
    <dgm:pt modelId="{778D6E53-5302-4579-8FB3-907799BF257A}" type="parTrans" cxnId="{E0B7EE3F-35CD-440D-85DA-28B9A7F4562A}">
      <dgm:prSet/>
      <dgm:spPr/>
      <dgm:t>
        <a:bodyPr/>
        <a:lstStyle/>
        <a:p>
          <a:endParaRPr lang="en-US"/>
        </a:p>
      </dgm:t>
    </dgm:pt>
    <dgm:pt modelId="{7D090C7F-0B93-4E91-B703-0B5EF79C7F59}" type="sibTrans" cxnId="{E0B7EE3F-35CD-440D-85DA-28B9A7F4562A}">
      <dgm:prSet/>
      <dgm:spPr/>
      <dgm:t>
        <a:bodyPr/>
        <a:lstStyle/>
        <a:p>
          <a:endParaRPr lang="en-US"/>
        </a:p>
      </dgm:t>
    </dgm:pt>
    <dgm:pt modelId="{1E0D61B7-22A8-430D-B67C-342A38445DA7}" type="pres">
      <dgm:prSet presAssocID="{C3BE5786-F108-48C2-B3F8-2E4632397F93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3E8BD075-6C22-49CC-9D79-8163ADD214F8}" type="pres">
      <dgm:prSet presAssocID="{67E14B9F-4540-4AEC-AD74-8A21E4D4FB02}" presName="Accent1" presStyleCnt="0"/>
      <dgm:spPr/>
    </dgm:pt>
    <dgm:pt modelId="{E52D700B-42AD-479F-9B69-C238B3932387}" type="pres">
      <dgm:prSet presAssocID="{67E14B9F-4540-4AEC-AD74-8A21E4D4FB02}" presName="Accent" presStyleLbl="node1" presStyleIdx="0" presStyleCnt="4"/>
      <dgm:spPr/>
    </dgm:pt>
    <dgm:pt modelId="{C5A9A58C-09FE-4EEC-84DA-44899D15E29B}" type="pres">
      <dgm:prSet presAssocID="{67E14B9F-4540-4AEC-AD74-8A21E4D4FB02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E7EE78-0C77-4C9C-9347-A4324E0FE588}" type="pres">
      <dgm:prSet presAssocID="{DFA3AB66-09D2-4608-86B2-B7B86C1D1023}" presName="Accent2" presStyleCnt="0"/>
      <dgm:spPr/>
    </dgm:pt>
    <dgm:pt modelId="{5C1F5DD5-8377-443F-9215-281EEDEA667D}" type="pres">
      <dgm:prSet presAssocID="{DFA3AB66-09D2-4608-86B2-B7B86C1D1023}" presName="Accent" presStyleLbl="node1" presStyleIdx="1" presStyleCnt="4"/>
      <dgm:spPr/>
    </dgm:pt>
    <dgm:pt modelId="{52B368CF-C398-4D36-A0AC-D68BF0BADA5E}" type="pres">
      <dgm:prSet presAssocID="{DFA3AB66-09D2-4608-86B2-B7B86C1D1023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1DCDBF-0FAC-437F-85CC-182BC47C63F9}" type="pres">
      <dgm:prSet presAssocID="{F5CD987F-1CEC-48C4-91B6-DB527F2C1E98}" presName="Accent3" presStyleCnt="0"/>
      <dgm:spPr/>
    </dgm:pt>
    <dgm:pt modelId="{45CB84C9-38C5-4307-AB48-44FD585A91D7}" type="pres">
      <dgm:prSet presAssocID="{F5CD987F-1CEC-48C4-91B6-DB527F2C1E98}" presName="Accent" presStyleLbl="node1" presStyleIdx="2" presStyleCnt="4"/>
      <dgm:spPr/>
    </dgm:pt>
    <dgm:pt modelId="{6BC58F23-3A1C-4AAA-A00A-AF3E77D5CFA7}" type="pres">
      <dgm:prSet presAssocID="{F5CD987F-1CEC-48C4-91B6-DB527F2C1E98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758CA2-29AE-4642-B91A-B7D3F4EBB9B9}" type="pres">
      <dgm:prSet presAssocID="{9CA15F23-00DF-4B6F-84A6-415B31C9B439}" presName="Accent4" presStyleCnt="0"/>
      <dgm:spPr/>
    </dgm:pt>
    <dgm:pt modelId="{D4C78245-7136-42EC-8B56-B789FB94DC11}" type="pres">
      <dgm:prSet presAssocID="{9CA15F23-00DF-4B6F-84A6-415B31C9B439}" presName="Accent" presStyleLbl="node1" presStyleIdx="3" presStyleCnt="4"/>
      <dgm:spPr/>
    </dgm:pt>
    <dgm:pt modelId="{AC3F723D-637C-4680-8596-1DFC89FF056E}" type="pres">
      <dgm:prSet presAssocID="{9CA15F23-00DF-4B6F-84A6-415B31C9B439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0B1100-3556-4019-833E-265E3AAF28D0}" srcId="{C3BE5786-F108-48C2-B3F8-2E4632397F93}" destId="{DFA3AB66-09D2-4608-86B2-B7B86C1D1023}" srcOrd="1" destOrd="0" parTransId="{519B82A0-37F4-47B5-87D8-DBEBF074CCBB}" sibTransId="{17510485-7C4D-4FDD-BABA-84AEEFF100C0}"/>
    <dgm:cxn modelId="{10104E56-1DF4-484D-91FB-B094C2AFD02C}" type="presOf" srcId="{9CA15F23-00DF-4B6F-84A6-415B31C9B439}" destId="{AC3F723D-637C-4680-8596-1DFC89FF056E}" srcOrd="0" destOrd="0" presId="urn:microsoft.com/office/officeart/2009/layout/CircleArrowProcess"/>
    <dgm:cxn modelId="{E0B7EE3F-35CD-440D-85DA-28B9A7F4562A}" srcId="{C3BE5786-F108-48C2-B3F8-2E4632397F93}" destId="{9CA15F23-00DF-4B6F-84A6-415B31C9B439}" srcOrd="3" destOrd="0" parTransId="{778D6E53-5302-4579-8FB3-907799BF257A}" sibTransId="{7D090C7F-0B93-4E91-B703-0B5EF79C7F59}"/>
    <dgm:cxn modelId="{561C621A-E434-4360-9E80-6A4A2F0B478E}" srcId="{C3BE5786-F108-48C2-B3F8-2E4632397F93}" destId="{F5CD987F-1CEC-48C4-91B6-DB527F2C1E98}" srcOrd="2" destOrd="0" parTransId="{68416AEC-CEFE-48AE-A316-D19106D7EF40}" sibTransId="{7AFDA59A-75FE-436D-B163-B35E616A07D5}"/>
    <dgm:cxn modelId="{706EF2B2-B42E-466C-8B85-10ED73A2C12E}" type="presOf" srcId="{C3BE5786-F108-48C2-B3F8-2E4632397F93}" destId="{1E0D61B7-22A8-430D-B67C-342A38445DA7}" srcOrd="0" destOrd="0" presId="urn:microsoft.com/office/officeart/2009/layout/CircleArrowProcess"/>
    <dgm:cxn modelId="{F4BBB47A-4094-4498-9A59-959EA8A263DE}" type="presOf" srcId="{DFA3AB66-09D2-4608-86B2-B7B86C1D1023}" destId="{52B368CF-C398-4D36-A0AC-D68BF0BADA5E}" srcOrd="0" destOrd="0" presId="urn:microsoft.com/office/officeart/2009/layout/CircleArrowProcess"/>
    <dgm:cxn modelId="{8EACE590-57E1-4E01-8251-C6281C975F27}" type="presOf" srcId="{F5CD987F-1CEC-48C4-91B6-DB527F2C1E98}" destId="{6BC58F23-3A1C-4AAA-A00A-AF3E77D5CFA7}" srcOrd="0" destOrd="0" presId="urn:microsoft.com/office/officeart/2009/layout/CircleArrowProcess"/>
    <dgm:cxn modelId="{39EA5373-6C7B-4F7A-BDC8-E884EA8B4947}" type="presOf" srcId="{67E14B9F-4540-4AEC-AD74-8A21E4D4FB02}" destId="{C5A9A58C-09FE-4EEC-84DA-44899D15E29B}" srcOrd="0" destOrd="0" presId="urn:microsoft.com/office/officeart/2009/layout/CircleArrowProcess"/>
    <dgm:cxn modelId="{97C550BE-45F4-44AF-88A2-9CB724DDB093}" srcId="{C3BE5786-F108-48C2-B3F8-2E4632397F93}" destId="{67E14B9F-4540-4AEC-AD74-8A21E4D4FB02}" srcOrd="0" destOrd="0" parTransId="{AAFD9190-A0BC-4352-8454-A358B87D51BE}" sibTransId="{FFEE4BE4-805A-4DED-9FB6-36B2DD075888}"/>
    <dgm:cxn modelId="{BE4C31FF-5207-471C-BDB3-DCFE30180FF8}" type="presParOf" srcId="{1E0D61B7-22A8-430D-B67C-342A38445DA7}" destId="{3E8BD075-6C22-49CC-9D79-8163ADD214F8}" srcOrd="0" destOrd="0" presId="urn:microsoft.com/office/officeart/2009/layout/CircleArrowProcess"/>
    <dgm:cxn modelId="{FB3FCD9C-48CF-4011-94AC-1F263169D1A3}" type="presParOf" srcId="{3E8BD075-6C22-49CC-9D79-8163ADD214F8}" destId="{E52D700B-42AD-479F-9B69-C238B3932387}" srcOrd="0" destOrd="0" presId="urn:microsoft.com/office/officeart/2009/layout/CircleArrowProcess"/>
    <dgm:cxn modelId="{5C3AE610-E428-4D9D-A11D-0D603032FD3C}" type="presParOf" srcId="{1E0D61B7-22A8-430D-B67C-342A38445DA7}" destId="{C5A9A58C-09FE-4EEC-84DA-44899D15E29B}" srcOrd="1" destOrd="0" presId="urn:microsoft.com/office/officeart/2009/layout/CircleArrowProcess"/>
    <dgm:cxn modelId="{CC6EC27C-4239-4B6A-983D-0AE19952C901}" type="presParOf" srcId="{1E0D61B7-22A8-430D-B67C-342A38445DA7}" destId="{87E7EE78-0C77-4C9C-9347-A4324E0FE588}" srcOrd="2" destOrd="0" presId="urn:microsoft.com/office/officeart/2009/layout/CircleArrowProcess"/>
    <dgm:cxn modelId="{E53345C7-1CF4-4D6F-9773-F2A590F2E0A1}" type="presParOf" srcId="{87E7EE78-0C77-4C9C-9347-A4324E0FE588}" destId="{5C1F5DD5-8377-443F-9215-281EEDEA667D}" srcOrd="0" destOrd="0" presId="urn:microsoft.com/office/officeart/2009/layout/CircleArrowProcess"/>
    <dgm:cxn modelId="{58ACB038-A2E6-43E2-A5BE-BAB56F53CB3A}" type="presParOf" srcId="{1E0D61B7-22A8-430D-B67C-342A38445DA7}" destId="{52B368CF-C398-4D36-A0AC-D68BF0BADA5E}" srcOrd="3" destOrd="0" presId="urn:microsoft.com/office/officeart/2009/layout/CircleArrowProcess"/>
    <dgm:cxn modelId="{2C227AE3-4A5D-48B7-8CA2-39357FE778EE}" type="presParOf" srcId="{1E0D61B7-22A8-430D-B67C-342A38445DA7}" destId="{B21DCDBF-0FAC-437F-85CC-182BC47C63F9}" srcOrd="4" destOrd="0" presId="urn:microsoft.com/office/officeart/2009/layout/CircleArrowProcess"/>
    <dgm:cxn modelId="{4FBCE948-26EA-4288-8BF8-FD81DECBD2AD}" type="presParOf" srcId="{B21DCDBF-0FAC-437F-85CC-182BC47C63F9}" destId="{45CB84C9-38C5-4307-AB48-44FD585A91D7}" srcOrd="0" destOrd="0" presId="urn:microsoft.com/office/officeart/2009/layout/CircleArrowProcess"/>
    <dgm:cxn modelId="{77A9D653-0C21-4C54-A99D-2F5D967AEE3E}" type="presParOf" srcId="{1E0D61B7-22A8-430D-B67C-342A38445DA7}" destId="{6BC58F23-3A1C-4AAA-A00A-AF3E77D5CFA7}" srcOrd="5" destOrd="0" presId="urn:microsoft.com/office/officeart/2009/layout/CircleArrowProcess"/>
    <dgm:cxn modelId="{3D80C155-4508-476F-9A71-EF1E8462F180}" type="presParOf" srcId="{1E0D61B7-22A8-430D-B67C-342A38445DA7}" destId="{49758CA2-29AE-4642-B91A-B7D3F4EBB9B9}" srcOrd="6" destOrd="0" presId="urn:microsoft.com/office/officeart/2009/layout/CircleArrowProcess"/>
    <dgm:cxn modelId="{A9D665B9-0BEF-4F94-B685-36846116A565}" type="presParOf" srcId="{49758CA2-29AE-4642-B91A-B7D3F4EBB9B9}" destId="{D4C78245-7136-42EC-8B56-B789FB94DC11}" srcOrd="0" destOrd="0" presId="urn:microsoft.com/office/officeart/2009/layout/CircleArrowProcess"/>
    <dgm:cxn modelId="{8A371ADE-2494-4F62-BAA0-E73737CC55E9}" type="presParOf" srcId="{1E0D61B7-22A8-430D-B67C-342A38445DA7}" destId="{AC3F723D-637C-4680-8596-1DFC89FF056E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D01D13-A6BF-4864-99D1-E8D79EEA61C9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04A6611-6E83-45B4-89F7-E76E690A5496}">
      <dgm:prSet phldrT="[Text]"/>
      <dgm:spPr/>
      <dgm:t>
        <a:bodyPr/>
        <a:lstStyle/>
        <a:p>
          <a:r>
            <a:rPr lang="en-US" dirty="0" smtClean="0"/>
            <a:t>Raw Data</a:t>
          </a:r>
          <a:endParaRPr lang="en-US" dirty="0"/>
        </a:p>
      </dgm:t>
    </dgm:pt>
    <dgm:pt modelId="{A00C5C08-0732-48AD-A9FB-714A1B5C04AB}" type="parTrans" cxnId="{AE3A88B0-AA27-49B8-9682-592E1AF86F4F}">
      <dgm:prSet/>
      <dgm:spPr/>
      <dgm:t>
        <a:bodyPr/>
        <a:lstStyle/>
        <a:p>
          <a:endParaRPr lang="en-US"/>
        </a:p>
      </dgm:t>
    </dgm:pt>
    <dgm:pt modelId="{A32D096A-3858-417F-B4A6-F05539EDE944}" type="sibTrans" cxnId="{AE3A88B0-AA27-49B8-9682-592E1AF86F4F}">
      <dgm:prSet/>
      <dgm:spPr/>
      <dgm:t>
        <a:bodyPr/>
        <a:lstStyle/>
        <a:p>
          <a:endParaRPr lang="en-US"/>
        </a:p>
      </dgm:t>
    </dgm:pt>
    <dgm:pt modelId="{D262A796-34AC-45B2-97AD-293CCEC66DBD}">
      <dgm:prSet phldrT="[Text]"/>
      <dgm:spPr/>
      <dgm:t>
        <a:bodyPr/>
        <a:lstStyle/>
        <a:p>
          <a:r>
            <a:rPr lang="en-US" dirty="0" smtClean="0"/>
            <a:t>Cleaning</a:t>
          </a:r>
          <a:endParaRPr lang="en-US" dirty="0"/>
        </a:p>
      </dgm:t>
    </dgm:pt>
    <dgm:pt modelId="{BBC87907-8C5E-414D-8467-19F0CEACDB38}" type="parTrans" cxnId="{9B7B21E8-BF8F-479C-B2D5-AE2ABA226C04}">
      <dgm:prSet/>
      <dgm:spPr/>
      <dgm:t>
        <a:bodyPr/>
        <a:lstStyle/>
        <a:p>
          <a:endParaRPr lang="en-US"/>
        </a:p>
      </dgm:t>
    </dgm:pt>
    <dgm:pt modelId="{CCF35C53-0D99-4BF7-9B8C-B0B34EE59284}" type="sibTrans" cxnId="{9B7B21E8-BF8F-479C-B2D5-AE2ABA226C04}">
      <dgm:prSet/>
      <dgm:spPr/>
      <dgm:t>
        <a:bodyPr/>
        <a:lstStyle/>
        <a:p>
          <a:endParaRPr lang="en-US"/>
        </a:p>
      </dgm:t>
    </dgm:pt>
    <dgm:pt modelId="{3CEB2A4B-2556-46AE-94F4-5738DD140FB3}">
      <dgm:prSet phldrT="[Text]"/>
      <dgm:spPr/>
      <dgm:t>
        <a:bodyPr/>
        <a:lstStyle/>
        <a:p>
          <a:r>
            <a:rPr lang="en-US" dirty="0" smtClean="0"/>
            <a:t>Encoding</a:t>
          </a:r>
          <a:endParaRPr lang="en-US" dirty="0"/>
        </a:p>
      </dgm:t>
    </dgm:pt>
    <dgm:pt modelId="{9C131A55-3B3A-4792-B17E-3A1D2984DF07}" type="parTrans" cxnId="{AA01A035-9F54-4B03-B9DD-4D0557F77EDD}">
      <dgm:prSet/>
      <dgm:spPr/>
      <dgm:t>
        <a:bodyPr/>
        <a:lstStyle/>
        <a:p>
          <a:endParaRPr lang="en-US"/>
        </a:p>
      </dgm:t>
    </dgm:pt>
    <dgm:pt modelId="{B8F94FF5-53DD-43F8-A524-D48BE79E70AD}" type="sibTrans" cxnId="{AA01A035-9F54-4B03-B9DD-4D0557F77EDD}">
      <dgm:prSet/>
      <dgm:spPr/>
      <dgm:t>
        <a:bodyPr/>
        <a:lstStyle/>
        <a:p>
          <a:endParaRPr lang="en-US"/>
        </a:p>
      </dgm:t>
    </dgm:pt>
    <dgm:pt modelId="{BD7FB75A-0C2B-4809-8232-B6A12D6DDEF0}">
      <dgm:prSet/>
      <dgm:spPr/>
      <dgm:t>
        <a:bodyPr/>
        <a:lstStyle/>
        <a:p>
          <a:r>
            <a:rPr lang="en-US" dirty="0" smtClean="0"/>
            <a:t>Model Ready</a:t>
          </a:r>
          <a:endParaRPr lang="en-US" dirty="0"/>
        </a:p>
      </dgm:t>
    </dgm:pt>
    <dgm:pt modelId="{AE122B46-BDF3-476F-B565-A8E52F984488}" type="parTrans" cxnId="{31253952-A226-46BF-BD89-52B87B193C66}">
      <dgm:prSet/>
      <dgm:spPr/>
      <dgm:t>
        <a:bodyPr/>
        <a:lstStyle/>
        <a:p>
          <a:endParaRPr lang="en-US"/>
        </a:p>
      </dgm:t>
    </dgm:pt>
    <dgm:pt modelId="{7A4F33F6-7881-4001-B819-F93663D9BB49}" type="sibTrans" cxnId="{31253952-A226-46BF-BD89-52B87B193C66}">
      <dgm:prSet/>
      <dgm:spPr/>
      <dgm:t>
        <a:bodyPr/>
        <a:lstStyle/>
        <a:p>
          <a:endParaRPr lang="en-US"/>
        </a:p>
      </dgm:t>
    </dgm:pt>
    <dgm:pt modelId="{F8FE17D1-B409-4D11-B018-7E79EDF95628}" type="pres">
      <dgm:prSet presAssocID="{09D01D13-A6BF-4864-99D1-E8D79EEA61C9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20DC975-8BC1-42F3-A25A-33D861DA0719}" type="pres">
      <dgm:prSet presAssocID="{204A6611-6E83-45B4-89F7-E76E690A5496}" presName="composite" presStyleCnt="0"/>
      <dgm:spPr/>
    </dgm:pt>
    <dgm:pt modelId="{1732DC2E-AA9D-4853-AA7D-CB4B9FD3A1DD}" type="pres">
      <dgm:prSet presAssocID="{204A6611-6E83-45B4-89F7-E76E690A5496}" presName="LShape" presStyleLbl="alignNode1" presStyleIdx="0" presStyleCnt="7"/>
      <dgm:spPr/>
    </dgm:pt>
    <dgm:pt modelId="{2C23D254-EB97-4881-95B5-2BE029B7FEBD}" type="pres">
      <dgm:prSet presAssocID="{204A6611-6E83-45B4-89F7-E76E690A5496}" presName="ParentText" presStyleLbl="revTx" presStyleIdx="0" presStyleCnt="4" custScaleX="10092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67C07A-24F1-4FDE-8A12-3F98DD0AB043}" type="pres">
      <dgm:prSet presAssocID="{204A6611-6E83-45B4-89F7-E76E690A5496}" presName="Triangle" presStyleLbl="alignNode1" presStyleIdx="1" presStyleCnt="7"/>
      <dgm:spPr/>
    </dgm:pt>
    <dgm:pt modelId="{2E4EF11B-4F8F-479B-9266-C34B9B5DC5E2}" type="pres">
      <dgm:prSet presAssocID="{A32D096A-3858-417F-B4A6-F05539EDE944}" presName="sibTrans" presStyleCnt="0"/>
      <dgm:spPr/>
    </dgm:pt>
    <dgm:pt modelId="{4FDE989D-E387-4B5F-88C3-5788B9A439E8}" type="pres">
      <dgm:prSet presAssocID="{A32D096A-3858-417F-B4A6-F05539EDE944}" presName="space" presStyleCnt="0"/>
      <dgm:spPr/>
    </dgm:pt>
    <dgm:pt modelId="{C5F6879A-7B35-4897-937A-3F3D26ED9298}" type="pres">
      <dgm:prSet presAssocID="{D262A796-34AC-45B2-97AD-293CCEC66DBD}" presName="composite" presStyleCnt="0"/>
      <dgm:spPr/>
    </dgm:pt>
    <dgm:pt modelId="{24C5EE15-8410-4355-ADB4-FFE81DEC699C}" type="pres">
      <dgm:prSet presAssocID="{D262A796-34AC-45B2-97AD-293CCEC66DBD}" presName="LShape" presStyleLbl="alignNode1" presStyleIdx="2" presStyleCnt="7"/>
      <dgm:spPr/>
    </dgm:pt>
    <dgm:pt modelId="{87BD0BF4-9FCA-415F-B25F-29C036615321}" type="pres">
      <dgm:prSet presAssocID="{D262A796-34AC-45B2-97AD-293CCEC66DBD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73DAE4A-A8D2-489F-AC69-3F985CFA3350}" type="pres">
      <dgm:prSet presAssocID="{D262A796-34AC-45B2-97AD-293CCEC66DBD}" presName="Triangle" presStyleLbl="alignNode1" presStyleIdx="3" presStyleCnt="7"/>
      <dgm:spPr/>
    </dgm:pt>
    <dgm:pt modelId="{351C749D-D735-436B-91E5-0DBFFC6E2B9A}" type="pres">
      <dgm:prSet presAssocID="{CCF35C53-0D99-4BF7-9B8C-B0B34EE59284}" presName="sibTrans" presStyleCnt="0"/>
      <dgm:spPr/>
    </dgm:pt>
    <dgm:pt modelId="{F47B1420-4622-459C-8308-29C36B28FC45}" type="pres">
      <dgm:prSet presAssocID="{CCF35C53-0D99-4BF7-9B8C-B0B34EE59284}" presName="space" presStyleCnt="0"/>
      <dgm:spPr/>
    </dgm:pt>
    <dgm:pt modelId="{A592B325-90BE-4BF8-9A9B-EEF003B87C7F}" type="pres">
      <dgm:prSet presAssocID="{3CEB2A4B-2556-46AE-94F4-5738DD140FB3}" presName="composite" presStyleCnt="0"/>
      <dgm:spPr/>
    </dgm:pt>
    <dgm:pt modelId="{CC2FB417-08D9-4D3E-93C6-00014C28AF4B}" type="pres">
      <dgm:prSet presAssocID="{3CEB2A4B-2556-46AE-94F4-5738DD140FB3}" presName="LShape" presStyleLbl="alignNode1" presStyleIdx="4" presStyleCnt="7"/>
      <dgm:spPr/>
    </dgm:pt>
    <dgm:pt modelId="{C49A0F86-670A-4AD5-AB13-88DF308D8D4A}" type="pres">
      <dgm:prSet presAssocID="{3CEB2A4B-2556-46AE-94F4-5738DD140FB3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AAC7FA-E7C2-462B-A730-6BFC79F59A70}" type="pres">
      <dgm:prSet presAssocID="{3CEB2A4B-2556-46AE-94F4-5738DD140FB3}" presName="Triangle" presStyleLbl="alignNode1" presStyleIdx="5" presStyleCnt="7"/>
      <dgm:spPr/>
    </dgm:pt>
    <dgm:pt modelId="{CC19110B-B6BA-4176-98BB-EC99E85C848D}" type="pres">
      <dgm:prSet presAssocID="{B8F94FF5-53DD-43F8-A524-D48BE79E70AD}" presName="sibTrans" presStyleCnt="0"/>
      <dgm:spPr/>
    </dgm:pt>
    <dgm:pt modelId="{44C01A73-1B2C-434B-8B6E-9389DDCB5AE5}" type="pres">
      <dgm:prSet presAssocID="{B8F94FF5-53DD-43F8-A524-D48BE79E70AD}" presName="space" presStyleCnt="0"/>
      <dgm:spPr/>
    </dgm:pt>
    <dgm:pt modelId="{D2EC0023-AFA3-4732-92DA-F3B018E13386}" type="pres">
      <dgm:prSet presAssocID="{BD7FB75A-0C2B-4809-8232-B6A12D6DDEF0}" presName="composite" presStyleCnt="0"/>
      <dgm:spPr/>
    </dgm:pt>
    <dgm:pt modelId="{73B9907F-69BE-463B-9042-6FC4F98A4DEF}" type="pres">
      <dgm:prSet presAssocID="{BD7FB75A-0C2B-4809-8232-B6A12D6DDEF0}" presName="LShape" presStyleLbl="alignNode1" presStyleIdx="6" presStyleCnt="7"/>
      <dgm:spPr/>
    </dgm:pt>
    <dgm:pt modelId="{DE5D4876-64C8-49A7-BBA9-82A1F2AEA106}" type="pres">
      <dgm:prSet presAssocID="{BD7FB75A-0C2B-4809-8232-B6A12D6DDEF0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4825D5-1692-4D68-8535-B907EB837352}" type="presOf" srcId="{BD7FB75A-0C2B-4809-8232-B6A12D6DDEF0}" destId="{DE5D4876-64C8-49A7-BBA9-82A1F2AEA106}" srcOrd="0" destOrd="0" presId="urn:microsoft.com/office/officeart/2009/3/layout/StepUpProcess"/>
    <dgm:cxn modelId="{D5EC702F-25BE-46CA-B946-E183C6B90ED8}" type="presOf" srcId="{204A6611-6E83-45B4-89F7-E76E690A5496}" destId="{2C23D254-EB97-4881-95B5-2BE029B7FEBD}" srcOrd="0" destOrd="0" presId="urn:microsoft.com/office/officeart/2009/3/layout/StepUpProcess"/>
    <dgm:cxn modelId="{AA01A035-9F54-4B03-B9DD-4D0557F77EDD}" srcId="{09D01D13-A6BF-4864-99D1-E8D79EEA61C9}" destId="{3CEB2A4B-2556-46AE-94F4-5738DD140FB3}" srcOrd="2" destOrd="0" parTransId="{9C131A55-3B3A-4792-B17E-3A1D2984DF07}" sibTransId="{B8F94FF5-53DD-43F8-A524-D48BE79E70AD}"/>
    <dgm:cxn modelId="{44FD044A-145C-43BE-B617-1C377505F6A6}" type="presOf" srcId="{09D01D13-A6BF-4864-99D1-E8D79EEA61C9}" destId="{F8FE17D1-B409-4D11-B018-7E79EDF95628}" srcOrd="0" destOrd="0" presId="urn:microsoft.com/office/officeart/2009/3/layout/StepUpProcess"/>
    <dgm:cxn modelId="{9B7B21E8-BF8F-479C-B2D5-AE2ABA226C04}" srcId="{09D01D13-A6BF-4864-99D1-E8D79EEA61C9}" destId="{D262A796-34AC-45B2-97AD-293CCEC66DBD}" srcOrd="1" destOrd="0" parTransId="{BBC87907-8C5E-414D-8467-19F0CEACDB38}" sibTransId="{CCF35C53-0D99-4BF7-9B8C-B0B34EE59284}"/>
    <dgm:cxn modelId="{93B5631B-FED4-4DC5-BE34-2FF42D5004EF}" type="presOf" srcId="{D262A796-34AC-45B2-97AD-293CCEC66DBD}" destId="{87BD0BF4-9FCA-415F-B25F-29C036615321}" srcOrd="0" destOrd="0" presId="urn:microsoft.com/office/officeart/2009/3/layout/StepUpProcess"/>
    <dgm:cxn modelId="{31253952-A226-46BF-BD89-52B87B193C66}" srcId="{09D01D13-A6BF-4864-99D1-E8D79EEA61C9}" destId="{BD7FB75A-0C2B-4809-8232-B6A12D6DDEF0}" srcOrd="3" destOrd="0" parTransId="{AE122B46-BDF3-476F-B565-A8E52F984488}" sibTransId="{7A4F33F6-7881-4001-B819-F93663D9BB49}"/>
    <dgm:cxn modelId="{AE3A88B0-AA27-49B8-9682-592E1AF86F4F}" srcId="{09D01D13-A6BF-4864-99D1-E8D79EEA61C9}" destId="{204A6611-6E83-45B4-89F7-E76E690A5496}" srcOrd="0" destOrd="0" parTransId="{A00C5C08-0732-48AD-A9FB-714A1B5C04AB}" sibTransId="{A32D096A-3858-417F-B4A6-F05539EDE944}"/>
    <dgm:cxn modelId="{7D6DA5CD-F617-44E6-B970-4F3E07E36E04}" type="presOf" srcId="{3CEB2A4B-2556-46AE-94F4-5738DD140FB3}" destId="{C49A0F86-670A-4AD5-AB13-88DF308D8D4A}" srcOrd="0" destOrd="0" presId="urn:microsoft.com/office/officeart/2009/3/layout/StepUpProcess"/>
    <dgm:cxn modelId="{7C689505-8EB3-4954-BB76-AA7EA67EED3D}" type="presParOf" srcId="{F8FE17D1-B409-4D11-B018-7E79EDF95628}" destId="{920DC975-8BC1-42F3-A25A-33D861DA0719}" srcOrd="0" destOrd="0" presId="urn:microsoft.com/office/officeart/2009/3/layout/StepUpProcess"/>
    <dgm:cxn modelId="{1208EDDE-9571-48A6-9CF0-BA3DEF542649}" type="presParOf" srcId="{920DC975-8BC1-42F3-A25A-33D861DA0719}" destId="{1732DC2E-AA9D-4853-AA7D-CB4B9FD3A1DD}" srcOrd="0" destOrd="0" presId="urn:microsoft.com/office/officeart/2009/3/layout/StepUpProcess"/>
    <dgm:cxn modelId="{F46604B3-9B3E-4834-A21F-F1ED84D9052F}" type="presParOf" srcId="{920DC975-8BC1-42F3-A25A-33D861DA0719}" destId="{2C23D254-EB97-4881-95B5-2BE029B7FEBD}" srcOrd="1" destOrd="0" presId="urn:microsoft.com/office/officeart/2009/3/layout/StepUpProcess"/>
    <dgm:cxn modelId="{7A588759-8A1B-431D-B5E2-23E15635F761}" type="presParOf" srcId="{920DC975-8BC1-42F3-A25A-33D861DA0719}" destId="{BF67C07A-24F1-4FDE-8A12-3F98DD0AB043}" srcOrd="2" destOrd="0" presId="urn:microsoft.com/office/officeart/2009/3/layout/StepUpProcess"/>
    <dgm:cxn modelId="{C9A83E58-9B7D-4BA7-B324-57506CB7C85F}" type="presParOf" srcId="{F8FE17D1-B409-4D11-B018-7E79EDF95628}" destId="{2E4EF11B-4F8F-479B-9266-C34B9B5DC5E2}" srcOrd="1" destOrd="0" presId="urn:microsoft.com/office/officeart/2009/3/layout/StepUpProcess"/>
    <dgm:cxn modelId="{61C6DDBB-030B-4E93-9CC8-794573A2C60A}" type="presParOf" srcId="{2E4EF11B-4F8F-479B-9266-C34B9B5DC5E2}" destId="{4FDE989D-E387-4B5F-88C3-5788B9A439E8}" srcOrd="0" destOrd="0" presId="urn:microsoft.com/office/officeart/2009/3/layout/StepUpProcess"/>
    <dgm:cxn modelId="{7AE08E52-CB10-4FBC-BA13-C2A4D632CF70}" type="presParOf" srcId="{F8FE17D1-B409-4D11-B018-7E79EDF95628}" destId="{C5F6879A-7B35-4897-937A-3F3D26ED9298}" srcOrd="2" destOrd="0" presId="urn:microsoft.com/office/officeart/2009/3/layout/StepUpProcess"/>
    <dgm:cxn modelId="{5B49EEFE-49EE-43FA-8657-A87527C154D7}" type="presParOf" srcId="{C5F6879A-7B35-4897-937A-3F3D26ED9298}" destId="{24C5EE15-8410-4355-ADB4-FFE81DEC699C}" srcOrd="0" destOrd="0" presId="urn:microsoft.com/office/officeart/2009/3/layout/StepUpProcess"/>
    <dgm:cxn modelId="{395FC4F0-B281-49DA-8838-4EE41A142DD6}" type="presParOf" srcId="{C5F6879A-7B35-4897-937A-3F3D26ED9298}" destId="{87BD0BF4-9FCA-415F-B25F-29C036615321}" srcOrd="1" destOrd="0" presId="urn:microsoft.com/office/officeart/2009/3/layout/StepUpProcess"/>
    <dgm:cxn modelId="{2CDD576D-A81C-4110-9E02-EECE8D8D131B}" type="presParOf" srcId="{C5F6879A-7B35-4897-937A-3F3D26ED9298}" destId="{473DAE4A-A8D2-489F-AC69-3F985CFA3350}" srcOrd="2" destOrd="0" presId="urn:microsoft.com/office/officeart/2009/3/layout/StepUpProcess"/>
    <dgm:cxn modelId="{30BD1511-8C92-44ED-A8D5-83F033213069}" type="presParOf" srcId="{F8FE17D1-B409-4D11-B018-7E79EDF95628}" destId="{351C749D-D735-436B-91E5-0DBFFC6E2B9A}" srcOrd="3" destOrd="0" presId="urn:microsoft.com/office/officeart/2009/3/layout/StepUpProcess"/>
    <dgm:cxn modelId="{56CC3AFC-D4A4-421E-BF52-D46E8AFE1A2B}" type="presParOf" srcId="{351C749D-D735-436B-91E5-0DBFFC6E2B9A}" destId="{F47B1420-4622-459C-8308-29C36B28FC45}" srcOrd="0" destOrd="0" presId="urn:microsoft.com/office/officeart/2009/3/layout/StepUpProcess"/>
    <dgm:cxn modelId="{E7CEF7A7-7697-4CDD-8D04-012BD4432B11}" type="presParOf" srcId="{F8FE17D1-B409-4D11-B018-7E79EDF95628}" destId="{A592B325-90BE-4BF8-9A9B-EEF003B87C7F}" srcOrd="4" destOrd="0" presId="urn:microsoft.com/office/officeart/2009/3/layout/StepUpProcess"/>
    <dgm:cxn modelId="{53BF63BA-7C11-4C49-8CEE-80AF4ECF4CC9}" type="presParOf" srcId="{A592B325-90BE-4BF8-9A9B-EEF003B87C7F}" destId="{CC2FB417-08D9-4D3E-93C6-00014C28AF4B}" srcOrd="0" destOrd="0" presId="urn:microsoft.com/office/officeart/2009/3/layout/StepUpProcess"/>
    <dgm:cxn modelId="{C8541B46-BEE6-4FDA-80C8-47ADA5E3B004}" type="presParOf" srcId="{A592B325-90BE-4BF8-9A9B-EEF003B87C7F}" destId="{C49A0F86-670A-4AD5-AB13-88DF308D8D4A}" srcOrd="1" destOrd="0" presId="urn:microsoft.com/office/officeart/2009/3/layout/StepUpProcess"/>
    <dgm:cxn modelId="{52323D97-D029-409F-A8CE-2AB497FACFA0}" type="presParOf" srcId="{A592B325-90BE-4BF8-9A9B-EEF003B87C7F}" destId="{98AAC7FA-E7C2-462B-A730-6BFC79F59A70}" srcOrd="2" destOrd="0" presId="urn:microsoft.com/office/officeart/2009/3/layout/StepUpProcess"/>
    <dgm:cxn modelId="{F6FFD6AB-8B2E-4763-B8F7-0677E7458B42}" type="presParOf" srcId="{F8FE17D1-B409-4D11-B018-7E79EDF95628}" destId="{CC19110B-B6BA-4176-98BB-EC99E85C848D}" srcOrd="5" destOrd="0" presId="urn:microsoft.com/office/officeart/2009/3/layout/StepUpProcess"/>
    <dgm:cxn modelId="{514EB8E4-2576-4D16-9D75-B2378B5EB717}" type="presParOf" srcId="{CC19110B-B6BA-4176-98BB-EC99E85C848D}" destId="{44C01A73-1B2C-434B-8B6E-9389DDCB5AE5}" srcOrd="0" destOrd="0" presId="urn:microsoft.com/office/officeart/2009/3/layout/StepUpProcess"/>
    <dgm:cxn modelId="{DDFC9E3D-C7D5-4368-BEE7-E2D1A097525F}" type="presParOf" srcId="{F8FE17D1-B409-4D11-B018-7E79EDF95628}" destId="{D2EC0023-AFA3-4732-92DA-F3B018E13386}" srcOrd="6" destOrd="0" presId="urn:microsoft.com/office/officeart/2009/3/layout/StepUpProcess"/>
    <dgm:cxn modelId="{BF4EE1CB-085C-475B-AE7F-2AF7A44BB694}" type="presParOf" srcId="{D2EC0023-AFA3-4732-92DA-F3B018E13386}" destId="{73B9907F-69BE-463B-9042-6FC4F98A4DEF}" srcOrd="0" destOrd="0" presId="urn:microsoft.com/office/officeart/2009/3/layout/StepUpProcess"/>
    <dgm:cxn modelId="{EE51329F-2EE6-437A-81F0-37629FBC2B29}" type="presParOf" srcId="{D2EC0023-AFA3-4732-92DA-F3B018E13386}" destId="{DE5D4876-64C8-49A7-BBA9-82A1F2AEA106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D700B-42AD-479F-9B69-C238B3932387}">
      <dsp:nvSpPr>
        <dsp:cNvPr id="0" name=""/>
        <dsp:cNvSpPr/>
      </dsp:nvSpPr>
      <dsp:spPr>
        <a:xfrm>
          <a:off x="1322522" y="0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9A58C-09FE-4EEC-84DA-44899D15E29B}">
      <dsp:nvSpPr>
        <dsp:cNvPr id="0" name=""/>
        <dsp:cNvSpPr/>
      </dsp:nvSpPr>
      <dsp:spPr>
        <a:xfrm>
          <a:off x="1773621" y="739648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Customer Data</a:t>
          </a:r>
          <a:endParaRPr lang="en-US" sz="1900" kern="1200" dirty="0"/>
        </a:p>
      </dsp:txBody>
      <dsp:txXfrm>
        <a:off x="1773621" y="739648"/>
        <a:ext cx="1140205" cy="570043"/>
      </dsp:txXfrm>
    </dsp:sp>
    <dsp:sp modelId="{5C1F5DD5-8377-443F-9215-281EEDEA667D}">
      <dsp:nvSpPr>
        <dsp:cNvPr id="0" name=""/>
        <dsp:cNvSpPr/>
      </dsp:nvSpPr>
      <dsp:spPr>
        <a:xfrm>
          <a:off x="754910" y="1174225"/>
          <a:ext cx="2043171" cy="204337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368CF-C398-4D36-A0AC-D68BF0BADA5E}">
      <dsp:nvSpPr>
        <dsp:cNvPr id="0" name=""/>
        <dsp:cNvSpPr/>
      </dsp:nvSpPr>
      <dsp:spPr>
        <a:xfrm>
          <a:off x="1203710" y="1916040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Model</a:t>
          </a:r>
          <a:endParaRPr lang="en-US" sz="1900" kern="1200" dirty="0"/>
        </a:p>
      </dsp:txBody>
      <dsp:txXfrm>
        <a:off x="1203710" y="1916040"/>
        <a:ext cx="1140205" cy="570043"/>
      </dsp:txXfrm>
    </dsp:sp>
    <dsp:sp modelId="{45CB84C9-38C5-4307-AB48-44FD585A91D7}">
      <dsp:nvSpPr>
        <dsp:cNvPr id="0" name=""/>
        <dsp:cNvSpPr/>
      </dsp:nvSpPr>
      <dsp:spPr>
        <a:xfrm>
          <a:off x="1322522" y="2352785"/>
          <a:ext cx="2043171" cy="204337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58F23-3A1C-4AAA-A00A-AF3E77D5CFA7}">
      <dsp:nvSpPr>
        <dsp:cNvPr id="0" name=""/>
        <dsp:cNvSpPr/>
      </dsp:nvSpPr>
      <dsp:spPr>
        <a:xfrm>
          <a:off x="1773621" y="3092433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Prediction</a:t>
          </a:r>
          <a:endParaRPr lang="en-US" sz="1900" kern="1200" dirty="0"/>
        </a:p>
      </dsp:txBody>
      <dsp:txXfrm>
        <a:off x="1773621" y="3092433"/>
        <a:ext cx="1140205" cy="570043"/>
      </dsp:txXfrm>
    </dsp:sp>
    <dsp:sp modelId="{D4C78245-7136-42EC-8B56-B789FB94DC11}">
      <dsp:nvSpPr>
        <dsp:cNvPr id="0" name=""/>
        <dsp:cNvSpPr/>
      </dsp:nvSpPr>
      <dsp:spPr>
        <a:xfrm>
          <a:off x="900550" y="3662477"/>
          <a:ext cx="1755341" cy="175618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3F723D-637C-4680-8596-1DFC89FF056E}">
      <dsp:nvSpPr>
        <dsp:cNvPr id="0" name=""/>
        <dsp:cNvSpPr/>
      </dsp:nvSpPr>
      <dsp:spPr>
        <a:xfrm>
          <a:off x="1203710" y="4268825"/>
          <a:ext cx="1140205" cy="570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Retention</a:t>
          </a:r>
          <a:endParaRPr lang="en-US" sz="1900" kern="1200" dirty="0"/>
        </a:p>
      </dsp:txBody>
      <dsp:txXfrm>
        <a:off x="1203710" y="4268825"/>
        <a:ext cx="1140205" cy="570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2DC2E-AA9D-4853-AA7D-CB4B9FD3A1DD}">
      <dsp:nvSpPr>
        <dsp:cNvPr id="0" name=""/>
        <dsp:cNvSpPr/>
      </dsp:nvSpPr>
      <dsp:spPr>
        <a:xfrm rot="5400000">
          <a:off x="243502" y="2471935"/>
          <a:ext cx="728346" cy="1211952"/>
        </a:xfrm>
        <a:prstGeom prst="corner">
          <a:avLst>
            <a:gd name="adj1" fmla="val 16120"/>
            <a:gd name="adj2" fmla="val 161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3D254-EB97-4881-95B5-2BE029B7FEBD}">
      <dsp:nvSpPr>
        <dsp:cNvPr id="0" name=""/>
        <dsp:cNvSpPr/>
      </dsp:nvSpPr>
      <dsp:spPr>
        <a:xfrm>
          <a:off x="116890" y="2834048"/>
          <a:ext cx="1104223" cy="959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Raw Data</a:t>
          </a:r>
          <a:endParaRPr lang="en-US" sz="2000" kern="1200" dirty="0"/>
        </a:p>
      </dsp:txBody>
      <dsp:txXfrm>
        <a:off x="116890" y="2834048"/>
        <a:ext cx="1104223" cy="959093"/>
      </dsp:txXfrm>
    </dsp:sp>
    <dsp:sp modelId="{BF67C07A-24F1-4FDE-8A12-3F98DD0AB043}">
      <dsp:nvSpPr>
        <dsp:cNvPr id="0" name=""/>
        <dsp:cNvSpPr/>
      </dsp:nvSpPr>
      <dsp:spPr>
        <a:xfrm>
          <a:off x="1009636" y="2382710"/>
          <a:ext cx="206444" cy="206444"/>
        </a:xfrm>
        <a:prstGeom prst="triangle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5EE15-8410-4355-ADB4-FFE81DEC699C}">
      <dsp:nvSpPr>
        <dsp:cNvPr id="0" name=""/>
        <dsp:cNvSpPr/>
      </dsp:nvSpPr>
      <dsp:spPr>
        <a:xfrm rot="5400000">
          <a:off x="1587998" y="2140484"/>
          <a:ext cx="728346" cy="1211952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D0BF4-9FCA-415F-B25F-29C036615321}">
      <dsp:nvSpPr>
        <dsp:cNvPr id="0" name=""/>
        <dsp:cNvSpPr/>
      </dsp:nvSpPr>
      <dsp:spPr>
        <a:xfrm>
          <a:off x="1466419" y="2502596"/>
          <a:ext cx="1094157" cy="959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Cleaning</a:t>
          </a:r>
          <a:endParaRPr lang="en-US" sz="2000" kern="1200" dirty="0"/>
        </a:p>
      </dsp:txBody>
      <dsp:txXfrm>
        <a:off x="1466419" y="2502596"/>
        <a:ext cx="1094157" cy="959093"/>
      </dsp:txXfrm>
    </dsp:sp>
    <dsp:sp modelId="{473DAE4A-A8D2-489F-AC69-3F985CFA3350}">
      <dsp:nvSpPr>
        <dsp:cNvPr id="0" name=""/>
        <dsp:cNvSpPr/>
      </dsp:nvSpPr>
      <dsp:spPr>
        <a:xfrm>
          <a:off x="2354131" y="2051258"/>
          <a:ext cx="206444" cy="206444"/>
        </a:xfrm>
        <a:prstGeom prst="triangle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FB417-08D9-4D3E-93C6-00014C28AF4B}">
      <dsp:nvSpPr>
        <dsp:cNvPr id="0" name=""/>
        <dsp:cNvSpPr/>
      </dsp:nvSpPr>
      <dsp:spPr>
        <a:xfrm rot="5400000">
          <a:off x="2932494" y="1809032"/>
          <a:ext cx="728346" cy="1211952"/>
        </a:xfrm>
        <a:prstGeom prst="corner">
          <a:avLst>
            <a:gd name="adj1" fmla="val 16120"/>
            <a:gd name="adj2" fmla="val 161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A0F86-670A-4AD5-AB13-88DF308D8D4A}">
      <dsp:nvSpPr>
        <dsp:cNvPr id="0" name=""/>
        <dsp:cNvSpPr/>
      </dsp:nvSpPr>
      <dsp:spPr>
        <a:xfrm>
          <a:off x="2810914" y="2171145"/>
          <a:ext cx="1094157" cy="959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Encoding</a:t>
          </a:r>
          <a:endParaRPr lang="en-US" sz="2000" kern="1200" dirty="0"/>
        </a:p>
      </dsp:txBody>
      <dsp:txXfrm>
        <a:off x="2810914" y="2171145"/>
        <a:ext cx="1094157" cy="959093"/>
      </dsp:txXfrm>
    </dsp:sp>
    <dsp:sp modelId="{98AAC7FA-E7C2-462B-A730-6BFC79F59A70}">
      <dsp:nvSpPr>
        <dsp:cNvPr id="0" name=""/>
        <dsp:cNvSpPr/>
      </dsp:nvSpPr>
      <dsp:spPr>
        <a:xfrm>
          <a:off x="3698627" y="1719807"/>
          <a:ext cx="206444" cy="206444"/>
        </a:xfrm>
        <a:prstGeom prst="triangle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9907F-69BE-463B-9042-6FC4F98A4DEF}">
      <dsp:nvSpPr>
        <dsp:cNvPr id="0" name=""/>
        <dsp:cNvSpPr/>
      </dsp:nvSpPr>
      <dsp:spPr>
        <a:xfrm rot="5400000">
          <a:off x="4276990" y="1477581"/>
          <a:ext cx="728346" cy="1211952"/>
        </a:xfrm>
        <a:prstGeom prst="corner">
          <a:avLst>
            <a:gd name="adj1" fmla="val 16120"/>
            <a:gd name="adj2" fmla="val 161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D4876-64C8-49A7-BBA9-82A1F2AEA106}">
      <dsp:nvSpPr>
        <dsp:cNvPr id="0" name=""/>
        <dsp:cNvSpPr/>
      </dsp:nvSpPr>
      <dsp:spPr>
        <a:xfrm>
          <a:off x="4155410" y="1839694"/>
          <a:ext cx="1094157" cy="959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Model Ready</a:t>
          </a:r>
          <a:endParaRPr lang="en-US" sz="2000" kern="1200" dirty="0"/>
        </a:p>
      </dsp:txBody>
      <dsp:txXfrm>
        <a:off x="4155410" y="1839694"/>
        <a:ext cx="1094157" cy="959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5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21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77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1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64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52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5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33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517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7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0EDCD-E4F4-4A42-89A6-621B69DA597D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1652B-E643-4E60-A8B7-4A493E3C5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5654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0685" y="3171689"/>
            <a:ext cx="82818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Dhanasekaran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b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32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and Data Analytics</a:t>
            </a:r>
          </a:p>
          <a:p>
            <a:r>
              <a:rPr lang="en-US" sz="32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Batch: </a:t>
            </a:r>
            <a:r>
              <a:rPr lang="en-US" sz="3200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 2025</a:t>
            </a:r>
            <a:endParaRPr lang="en-IN" sz="3200" dirty="0">
              <a:solidFill>
                <a:schemeClr val="accent1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3580" y="2348775"/>
            <a:ext cx="10184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 Using ML</a:t>
            </a:r>
          </a:p>
        </p:txBody>
      </p:sp>
    </p:spTree>
    <p:extLst>
      <p:ext uri="{BB962C8B-B14F-4D97-AF65-F5344CB8AC3E}">
        <p14:creationId xmlns:p14="http://schemas.microsoft.com/office/powerpoint/2010/main" val="268816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72"/>
          <a:stretch/>
        </p:blipFill>
        <p:spPr>
          <a:xfrm>
            <a:off x="6439990" y="0"/>
            <a:ext cx="5752010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7438" y="1702917"/>
            <a:ext cx="26898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402637" y="2361447"/>
            <a:ext cx="5669281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means customers stopping their service.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churn helps companies retain customers.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used to identify which customers are likely to leave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75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578502933"/>
              </p:ext>
            </p:extLst>
          </p:nvPr>
        </p:nvGraphicFramePr>
        <p:xfrm>
          <a:off x="7583715" y="432283"/>
          <a:ext cx="412060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1702" y="1676307"/>
            <a:ext cx="57925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79267" y="2624855"/>
            <a:ext cx="73152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customers stop using services suddenly.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predict churn using machine learning models.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group customers using K-Means clustering to understand their behavior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46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54480" y="25080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89" r="12059" b="8326"/>
          <a:stretch/>
        </p:blipFill>
        <p:spPr>
          <a:xfrm>
            <a:off x="6096000" y="1776548"/>
            <a:ext cx="5895703" cy="36967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7863" y="2037027"/>
            <a:ext cx="55473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a telecom company’s customer records.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info like gender, contract type, tenure, and monthly charges.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“Churn” (Yes/No)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6374" y="287383"/>
            <a:ext cx="3297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96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4294678689"/>
              </p:ext>
            </p:extLst>
          </p:nvPr>
        </p:nvGraphicFramePr>
        <p:xfrm>
          <a:off x="6701246" y="914400"/>
          <a:ext cx="5251268" cy="5512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539932" y="2008669"/>
            <a:ext cx="616131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and duplicate values.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data into numbers.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Scaled numerical data for better model performance.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data: 80% training, 20% testing.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27863" y="780315"/>
            <a:ext cx="3681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5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8491" y="344380"/>
            <a:ext cx="70455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- Supervised Learning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611" y="1885910"/>
            <a:ext cx="5553093" cy="33131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9748" y="2039873"/>
            <a:ext cx="516853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churn.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using customer features.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 Churn prediction (1 = churn, 0 = stay).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0070" y="318254"/>
            <a:ext cx="6252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Tuning with </a:t>
            </a:r>
            <a:r>
              <a:rPr lang="en-I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8538" y="2005874"/>
            <a:ext cx="5941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Tuned Random Forest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best model as “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Best_RandomForest.joblib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1957" y="1311430"/>
            <a:ext cx="223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Tuning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" t="68113" r="47012" b="16179"/>
          <a:stretch/>
        </p:blipFill>
        <p:spPr>
          <a:xfrm>
            <a:off x="7158445" y="2005873"/>
            <a:ext cx="4924697" cy="888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11957" y="2991116"/>
            <a:ext cx="2137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Tuning :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2309" r="39611" b="12483"/>
          <a:stretch/>
        </p:blipFill>
        <p:spPr>
          <a:xfrm>
            <a:off x="7158444" y="3549750"/>
            <a:ext cx="4924697" cy="312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1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1218" y="266003"/>
            <a:ext cx="3318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5507" y="1888310"/>
            <a:ext cx="509016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Accuracy, Precision, Recall, F1 Score, ROC-AUC.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achieved, showing good performance.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shows model predictions clearly.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690" y="1616241"/>
            <a:ext cx="4805384" cy="42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7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34000" y="566448"/>
            <a:ext cx="7505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K-Means – Unsupervised Learning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66206" y="1936379"/>
            <a:ext cx="53818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group customers by behavior.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 optimal clusters using 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Elbow Method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segments like “High Risk”, “Medium Risk”, “Loyal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790" y="1936379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6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13545" y="239877"/>
            <a:ext cx="47283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Insights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139" y="2144374"/>
            <a:ext cx="5638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churn distribution and key patterns.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that higher monthly charges increase churn risk.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Long-tenure customers are more loyal.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45" y="1968799"/>
            <a:ext cx="5306812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3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24164" y="213751"/>
            <a:ext cx="31283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 Prediction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6685" y="1621860"/>
            <a:ext cx="65140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saved model to predict churn for one test sample.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Churn = 0.0 (Probability: 0.010)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model’s real-time working ability.</a:t>
            </a:r>
          </a:p>
        </p:txBody>
      </p:sp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534" y="1859386"/>
            <a:ext cx="4747414" cy="387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2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7498" y="1905927"/>
            <a:ext cx="539060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predicts churn with good accuracy.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gives deeper customer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Can is Best model To prediction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26430" y="475008"/>
            <a:ext cx="21451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665" y="1800020"/>
            <a:ext cx="5872554" cy="420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</TotalTime>
  <Words>354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20</cp:revision>
  <dcterms:created xsi:type="dcterms:W3CDTF">2025-11-03T03:26:26Z</dcterms:created>
  <dcterms:modified xsi:type="dcterms:W3CDTF">2025-11-10T14:45:39Z</dcterms:modified>
</cp:coreProperties>
</file>