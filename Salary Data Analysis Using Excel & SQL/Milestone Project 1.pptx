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87aae254348b6f9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7/22/2025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6498" y="1267097"/>
            <a:ext cx="11476827" cy="718458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Data Analysis using Excel &amp; SQL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9801" y="2377440"/>
            <a:ext cx="8825658" cy="177219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  :  V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dhanasekaran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 :  Data  analytics and Data science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    :  </a:t>
            </a:r>
            <a:r>
              <a:rPr lang="en-US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april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       :  22/07/25</a:t>
            </a:r>
          </a:p>
          <a:p>
            <a:pPr>
              <a:lnSpc>
                <a:spcPct val="150000"/>
              </a:lnSpc>
            </a:pP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56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540034" y="104503"/>
            <a:ext cx="4812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GOALS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0258" y="809898"/>
            <a:ext cx="1540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39" y="1384664"/>
            <a:ext cx="10127173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 Comprehensive Global Salary Dataset Using SQL And Excel In Order To Uncover Key Trends And Insights Related To Compensation Across Various Industries, Job Roles, Education Levels, And Experience Bands.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5211" y="3266647"/>
            <a:ext cx="944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84171" y="858229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606731" y="3869031"/>
            <a:ext cx="9331401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global salary survey data for trends and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structured data querying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visualizing insights with PivotTables and dashboards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slicers and charts for exploration</a:t>
            </a:r>
          </a:p>
        </p:txBody>
      </p:sp>
    </p:spTree>
    <p:extLst>
      <p:ext uri="{BB962C8B-B14F-4D97-AF65-F5344CB8AC3E}">
        <p14:creationId xmlns:p14="http://schemas.microsoft.com/office/powerpoint/2010/main" val="361849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66159" y="156754"/>
            <a:ext cx="5196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And Preparation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6563" y="679974"/>
            <a:ext cx="2558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1141639"/>
            <a:ext cx="10546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Over 60,000 Global Employee Responses From A 2021 Salary Survey, Including Fields Like Gender, Job Title, Industry, Education, Experience, Salary, And Bonuses.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9005" y="1849525"/>
            <a:ext cx="3121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 :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02183" y="59305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181497" y="2275178"/>
            <a:ext cx="700223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Imported Raw Dataset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Excel and reviewed all columns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Data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removing duplicates, null values, and outliers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Formatted Columns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consistency (e.g., salary, experience)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39" y="3568832"/>
            <a:ext cx="5850266" cy="32891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823" y="3538390"/>
            <a:ext cx="5534297" cy="3319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5632" y="3167265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40672" y="3106175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Cleaned  Data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71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56262" y="0"/>
            <a:ext cx="7287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Importation And Database Creation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7829" y="796835"/>
            <a:ext cx="1840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import 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08113" y="1425212"/>
            <a:ext cx="7877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Excel Dataset File Converted And Import Into The SQL Workbench  CSV File Format To Perform An SQL Based Queries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9282" y="2299810"/>
            <a:ext cx="3251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1259" y="2973535"/>
            <a:ext cx="53653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An SQL Database In SQL Workbench Named As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Salary_survey_db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 Create An Table Named As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Salary_data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376" y="2689956"/>
            <a:ext cx="5486399" cy="379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5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4354" y="0"/>
            <a:ext cx="4532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SQL Queries Based Analysis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4137" y="718456"/>
            <a:ext cx="4607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Salary By Gender And Industry 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990" y="1230214"/>
            <a:ext cx="586038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Industry And Gender Has A High Salary For Their Profession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Queries :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Function To Group The Salary Data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To Find The Average Salary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263" y="1170819"/>
            <a:ext cx="4132553" cy="25194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48405" y="3683745"/>
            <a:ext cx="53335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 By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Gender :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75990" y="4326150"/>
            <a:ext cx="6096000" cy="21698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 Which Gender Has High Additional Compensation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Queries 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Function To Group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Genderwise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When() Function To Calculate Percentage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396" y="4326150"/>
            <a:ext cx="3928286" cy="200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8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9223" y="0"/>
            <a:ext cx="5128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Export SQL Query And Import In Excel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2697" y="718457"/>
            <a:ext cx="3368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Exportation SQL Query 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6914" y="1371600"/>
            <a:ext cx="7480253" cy="96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 Running SQL Queries And Result To Saved As CSV Files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Export The CSV  Files Perform For The Excel  Dataset Creation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5322" y="2780198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Importation Into Excel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461367" y="3303793"/>
            <a:ext cx="9364487" cy="307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Saved The Workbook As The Master Source For Pivot tables And Dash boarding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Imported Cleaned CSV File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Into Excel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Data Into An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Table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Format For Structured Reference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"Add This Data To The Data Model"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Option To Enable Unified Slicer Control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Data Types, Cleaned Headers, And Ensured Consistency</a:t>
            </a:r>
          </a:p>
        </p:txBody>
      </p:sp>
    </p:spTree>
    <p:extLst>
      <p:ext uri="{BB962C8B-B14F-4D97-AF65-F5344CB8AC3E}">
        <p14:creationId xmlns:p14="http://schemas.microsoft.com/office/powerpoint/2010/main" val="402057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27418" y="0"/>
            <a:ext cx="4971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Insights From Pivot Charts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8823" y="640080"/>
            <a:ext cx="5904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Insight-1 Experience By total Compensation :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2515" y="1358537"/>
            <a:ext cx="1894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  Type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63057" y="1885516"/>
            <a:ext cx="15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7251" y="2412495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3057" y="2874160"/>
            <a:ext cx="38145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Filtered By Job Title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Field: Experience of  Years 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Slicer: Job Title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7017" y="4184910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5540" y="4739810"/>
            <a:ext cx="1044756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Leads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roles offer the highest total compensation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Entry-level roles like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Engineers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lower overall pay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job title seniority increases, compensation rises significantly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in "Some College" and "Freelancer" roles hint at variability in job naming or niche roles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414" y="1231644"/>
            <a:ext cx="5496692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6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87505" y="134470"/>
            <a:ext cx="6768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 2 – The Average Salary By Education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1411" y="841048"/>
            <a:ext cx="1787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 Type :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34073" y="1363833"/>
            <a:ext cx="2876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3-D Stocked Column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7661" y="1947737"/>
            <a:ext cx="2611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93467" y="2541351"/>
            <a:ext cx="46120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Filtered By Education Level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Field: Average Annual Salary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Slicer: Gender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813" y="4155859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11411" y="4841776"/>
            <a:ext cx="889079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P.hd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And Master's Degree Holders Earn Significantly More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“Some College” Group Showed An Unusual Salary Peak (Possible Outliers)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Clear Salary Growth Trend With Higher Education Level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907" y="1363833"/>
            <a:ext cx="4887007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60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02183" y="91440"/>
            <a:ext cx="2845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5394" y="614660"/>
            <a:ext cx="25845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&amp; Elements</a:t>
            </a:r>
          </a:p>
          <a:p>
            <a:endParaRPr lang="en-IN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05394" y="1322546"/>
            <a:ext cx="5760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Pivot Charts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cleaned data and SQL outputs</a:t>
            </a:r>
          </a:p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64313" y="1660714"/>
            <a:ext cx="2454518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Level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64313" y="3627239"/>
            <a:ext cx="346761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charts like: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Column Chart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3-D Stocked Column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</a:t>
            </a:r>
          </a:p>
          <a:p>
            <a:endParaRPr lang="en-IN" dirty="0"/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516" y="1968877"/>
            <a:ext cx="7602011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26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0081" y="404948"/>
            <a:ext cx="200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410789" y="1059548"/>
            <a:ext cx="915160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Helped Uncover Meaningful Patterns In Salary, Education, And Compensation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 Enabled Dynamic Visualization Using Pivot tables And Slicers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Offers Interactive Insights For Real-time Decision-making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Salary Trends Vary Significantly By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6694" y="2998540"/>
            <a:ext cx="2634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410789" y="3591585"/>
            <a:ext cx="6219908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 Gender Pay Gaps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Specific Industries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Experience-based Compensation Models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Data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 Pay Scales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Regions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Upskilling To Boost Compensation Potential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6615" y="5760720"/>
            <a:ext cx="1939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4659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171</TotalTime>
  <Words>666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Times New Roman</vt:lpstr>
      <vt:lpstr>Wingdings</vt:lpstr>
      <vt:lpstr>Wingdings 3</vt:lpstr>
      <vt:lpstr>Ion</vt:lpstr>
      <vt:lpstr>Salary Data Analysis using Excel &amp; 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Data Analysis using Excel &amp; SQL</dc:title>
  <dc:creator>LENOVO</dc:creator>
  <cp:lastModifiedBy>LENOVO</cp:lastModifiedBy>
  <cp:revision>19</cp:revision>
  <dcterms:created xsi:type="dcterms:W3CDTF">2025-07-22T05:39:53Z</dcterms:created>
  <dcterms:modified xsi:type="dcterms:W3CDTF">2025-07-22T08:31:17Z</dcterms:modified>
</cp:coreProperties>
</file>