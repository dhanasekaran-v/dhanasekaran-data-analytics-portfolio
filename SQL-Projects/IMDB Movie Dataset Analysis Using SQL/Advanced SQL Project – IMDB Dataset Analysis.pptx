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7" r:id="rId5"/>
    <p:sldId id="268" r:id="rId6"/>
    <p:sldId id="267" r:id="rId7"/>
    <p:sldId id="272" r:id="rId8"/>
    <p:sldId id="270" r:id="rId9"/>
    <p:sldId id="259" r:id="rId10"/>
    <p:sldId id="261" r:id="rId11"/>
    <p:sldId id="262" r:id="rId12"/>
    <p:sldId id="263" r:id="rId13"/>
    <p:sldId id="271" r:id="rId14"/>
    <p:sldId id="265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>
      <p:cViewPr varScale="1">
        <p:scale>
          <a:sx n="69" d="100"/>
          <a:sy n="69" d="100"/>
        </p:scale>
        <p:origin x="78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20"/>
    </p:cViewPr>
  </p:sorter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7/14/2025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7/14/2025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713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931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7/14/2025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7/14/2025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tm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1844" y="836712"/>
            <a:ext cx="11017224" cy="803499"/>
          </a:xfrm>
        </p:spPr>
        <p:txBody>
          <a:bodyPr>
            <a:normAutofit/>
          </a:bodyPr>
          <a:lstStyle/>
          <a:p>
            <a:r>
              <a:rPr lang="en-US" sz="4400" dirty="0" smtClean="0"/>
              <a:t>Advanced SQL Project – IMDB Dataset Analysis</a:t>
            </a:r>
            <a:endParaRPr lang="en-US" sz="44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989956" y="2276872"/>
            <a:ext cx="7920880" cy="3096344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   Name : </a:t>
            </a:r>
            <a:r>
              <a:rPr lang="en-US" dirty="0" err="1" smtClean="0">
                <a:solidFill>
                  <a:schemeClr val="tx1"/>
                </a:solidFill>
              </a:rPr>
              <a:t>v.DHANASEKARAN</a:t>
            </a:r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Course : Data analysis &amp; data science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Batch : </a:t>
            </a:r>
            <a:r>
              <a:rPr lang="en-US" dirty="0" err="1" smtClean="0">
                <a:solidFill>
                  <a:schemeClr val="tx1"/>
                </a:solidFill>
              </a:rPr>
              <a:t>april</a:t>
            </a:r>
            <a:r>
              <a:rPr lang="en-US" dirty="0" smtClean="0">
                <a:solidFill>
                  <a:schemeClr val="tx1"/>
                </a:solidFill>
              </a:rPr>
              <a:t> 2025 &amp; an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 Date : 27/06/2025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410801" y="188640"/>
            <a:ext cx="5976664" cy="733896"/>
          </a:xfrm>
        </p:spPr>
        <p:txBody>
          <a:bodyPr/>
          <a:lstStyle/>
          <a:p>
            <a:r>
              <a:rPr lang="en-US" dirty="0" smtClean="0"/>
              <a:t>Project Overview &amp; Objectives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859354" y="1087739"/>
            <a:ext cx="2088232" cy="5040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Overview :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1555579" y="1871200"/>
            <a:ext cx="105851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The project focus on to analyze the simplified version of an IMDB database perform through the SQL queries</a:t>
            </a:r>
            <a:endParaRPr lang="en-IN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837828" y="3578019"/>
            <a:ext cx="19695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Objective :</a:t>
            </a:r>
            <a:endParaRPr lang="en-IN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1341884" y="4437112"/>
            <a:ext cx="107988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/>
              <a:t>To perform the SQL functions like </a:t>
            </a:r>
            <a:r>
              <a:rPr lang="en-US" sz="3200" dirty="0"/>
              <a:t>J</a:t>
            </a:r>
            <a:r>
              <a:rPr lang="en-US" sz="3200" dirty="0" smtClean="0"/>
              <a:t>oins, Grouping, Filtering And Aggregate Functions.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/>
              <a:t>Derive the meaningful insights from the database.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/>
              <a:t>To improve the query writing and presentation  skills.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078188" y="30413"/>
            <a:ext cx="4083441" cy="733896"/>
          </a:xfrm>
        </p:spPr>
        <p:txBody>
          <a:bodyPr/>
          <a:lstStyle/>
          <a:p>
            <a:r>
              <a:rPr lang="en-US" dirty="0" smtClean="0"/>
              <a:t>DATASET OVERVIEW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10941" y="1700808"/>
            <a:ext cx="11177884" cy="446227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Movies : </a:t>
            </a:r>
            <a:r>
              <a:rPr lang="en-US" dirty="0" smtClean="0"/>
              <a:t>Title, Release Year, Duration, Country, Income, Languages, And                      Production Companies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Genres : The Genres Like Action, Drama, Sci-fi, Etc..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Directors MAPPING:  Contains Director Id And Movie 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Role Mapping : It Contains Info Like Actor/Actress Through The Ids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Names : It Contains Names , Height , Date Of Birth And Known For    Movies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Ratings : That Contains Total Votes , Average Ratings And Median Ratings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981844" y="794327"/>
            <a:ext cx="4433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The IMDB dataset consist of :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34172" y="188640"/>
            <a:ext cx="5794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Tools And Used SQL Functions</a:t>
            </a:r>
            <a:endParaRPr lang="en-IN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555335" y="834971"/>
            <a:ext cx="21086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Tool Used : </a:t>
            </a:r>
            <a:endParaRPr lang="en-IN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3502124" y="1483315"/>
            <a:ext cx="1222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MYSQL</a:t>
            </a:r>
            <a:endParaRPr lang="en-IN" sz="2800" dirty="0"/>
          </a:p>
        </p:txBody>
      </p:sp>
      <p:sp>
        <p:nvSpPr>
          <p:cNvPr id="6" name="Rectangle 5"/>
          <p:cNvSpPr/>
          <p:nvPr/>
        </p:nvSpPr>
        <p:spPr>
          <a:xfrm>
            <a:off x="981844" y="2147505"/>
            <a:ext cx="33217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Used </a:t>
            </a:r>
            <a:r>
              <a:rPr lang="en-US" sz="2800" dirty="0" smtClean="0"/>
              <a:t>SQL Functions </a:t>
            </a:r>
            <a:r>
              <a:rPr lang="en-US" sz="2800" dirty="0"/>
              <a:t>: </a:t>
            </a:r>
            <a:endParaRPr lang="en-IN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2609661" y="2813330"/>
            <a:ext cx="957916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smtClean="0"/>
              <a:t>Joins , Group By, Having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smtClean="0"/>
              <a:t>Aggregation Like Count, Average, Sum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smtClean="0"/>
              <a:t>Filtering With Where, Like, In And Limit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smtClean="0"/>
              <a:t>Sorting By Order by Function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 smtClean="0"/>
              <a:t>Arrange Results Using Ascending And Descending Function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4558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249" y="-131870"/>
            <a:ext cx="4875529" cy="661888"/>
          </a:xfrm>
        </p:spPr>
        <p:txBody>
          <a:bodyPr/>
          <a:lstStyle/>
          <a:p>
            <a:r>
              <a:rPr lang="en-US" dirty="0" smtClean="0"/>
              <a:t>Key Questions Answered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29383" y="518616"/>
            <a:ext cx="3790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How Many Movies Per Year ?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2147601" y="1049575"/>
            <a:ext cx="26054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2017 = 3052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2018 = 2944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2019 = 2001</a:t>
            </a:r>
            <a:endParaRPr lang="en-I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216318" y="2165489"/>
            <a:ext cx="44680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Top 10 Movies Based </a:t>
            </a:r>
            <a:r>
              <a:rPr lang="en-US" dirty="0" err="1" smtClean="0"/>
              <a:t>Avg</a:t>
            </a:r>
            <a:r>
              <a:rPr lang="en-US" dirty="0" smtClean="0"/>
              <a:t> Rating ? 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147601" y="2924944"/>
            <a:ext cx="436090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 err="1" smtClean="0"/>
              <a:t>Kirket</a:t>
            </a: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Love In </a:t>
            </a:r>
            <a:r>
              <a:rPr lang="en-US" sz="2000" dirty="0" err="1" smtClean="0"/>
              <a:t>Kilnerry</a:t>
            </a: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Gini </a:t>
            </a:r>
            <a:r>
              <a:rPr lang="en-US" sz="2000" dirty="0" err="1" smtClean="0"/>
              <a:t>Helida</a:t>
            </a:r>
            <a:r>
              <a:rPr lang="en-US" sz="2000" dirty="0"/>
              <a:t> </a:t>
            </a:r>
            <a:r>
              <a:rPr lang="en-US" sz="2000" dirty="0" smtClean="0"/>
              <a:t>Kathe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 smtClean="0"/>
              <a:t>Runam</a:t>
            </a: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Fan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Android </a:t>
            </a:r>
            <a:r>
              <a:rPr lang="en-US" sz="2000" dirty="0" err="1" smtClean="0"/>
              <a:t>Kunjappan</a:t>
            </a:r>
            <a:r>
              <a:rPr lang="en-US" sz="2000" dirty="0" smtClean="0"/>
              <a:t> Version 5.25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Safe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The Brighton Miracle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 smtClean="0"/>
              <a:t>Yeh</a:t>
            </a:r>
            <a:r>
              <a:rPr lang="en-US" sz="2000" dirty="0" smtClean="0"/>
              <a:t> </a:t>
            </a:r>
            <a:r>
              <a:rPr lang="en-US" sz="2000" dirty="0" err="1" smtClean="0"/>
              <a:t>Suhaagraat</a:t>
            </a:r>
            <a:r>
              <a:rPr lang="en-US" sz="2000" dirty="0" smtClean="0"/>
              <a:t> Impossible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 smtClean="0"/>
              <a:t>Shibu</a:t>
            </a:r>
            <a:endParaRPr lang="en-US" sz="2000" dirty="0" smtClean="0"/>
          </a:p>
        </p:txBody>
      </p:sp>
      <p:pic>
        <p:nvPicPr>
          <p:cNvPr id="13" name="Picture 1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630" y="68768"/>
            <a:ext cx="3200846" cy="2558386"/>
          </a:xfrm>
          <a:prstGeom prst="rect">
            <a:avLst/>
          </a:prstGeom>
        </p:spPr>
      </p:pic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629" y="2815539"/>
            <a:ext cx="3200847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3852" y="260648"/>
            <a:ext cx="5112568" cy="53702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Average Movie Duration By Genre?</a:t>
            </a:r>
            <a:endParaRPr lang="en-US" sz="2400" dirty="0"/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476" y="260649"/>
            <a:ext cx="4608512" cy="26813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75808" y="927816"/>
            <a:ext cx="353943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Action = 112.8</a:t>
            </a:r>
            <a:r>
              <a:rPr lang="en-IN" dirty="0" smtClean="0"/>
              <a:t>8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Romance = 109.53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Crime = 107.05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Drama = 106.77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Fantasy = 105.14 </a:t>
            </a:r>
            <a:r>
              <a:rPr lang="en-US" dirty="0" err="1" smtClean="0"/>
              <a:t>etc</a:t>
            </a:r>
            <a:r>
              <a:rPr lang="en-US" dirty="0" smtClean="0"/>
              <a:t> ,..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3852" y="2996952"/>
            <a:ext cx="9092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Actors/Actresses With More Than 3 Low-rated Movies (Rating &lt; 5)?</a:t>
            </a:r>
            <a:endParaRPr lang="en-IN" dirty="0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452" y="3458617"/>
            <a:ext cx="5324247" cy="32811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9827" y="3513604"/>
            <a:ext cx="272061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Tom </a:t>
            </a:r>
            <a:r>
              <a:rPr lang="en-IN" dirty="0" smtClean="0"/>
              <a:t>Sizemore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Eric Roberts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Michael Madsen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err="1"/>
              <a:t>Sonakshi</a:t>
            </a:r>
            <a:r>
              <a:rPr lang="en-IN" dirty="0"/>
              <a:t> Sinha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err="1"/>
              <a:t>TrejoDanny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Lee Bane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err="1"/>
              <a:t>Dolph</a:t>
            </a:r>
            <a:r>
              <a:rPr lang="en-IN" dirty="0"/>
              <a:t> Lundgren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Derek Nelson</a:t>
            </a:r>
          </a:p>
          <a:p>
            <a:pPr marL="457200" indent="-457200">
              <a:buFont typeface="+mj-lt"/>
              <a:buAutoNum type="arabicPeriod"/>
            </a:pP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39658" y="508610"/>
            <a:ext cx="5402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Grouping Movies Based On Their Median Ratings?</a:t>
            </a:r>
            <a:endParaRPr lang="en-IN" sz="2000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652" y="188640"/>
            <a:ext cx="3528392" cy="288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51009" y="1457489"/>
            <a:ext cx="59766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Grouping The Movies Based On The Median Ratings  From The Ratings Table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Arrange The Order In  Descending To Get Higher On First</a:t>
            </a:r>
            <a:endParaRPr lang="en-IN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1254398" y="3212976"/>
            <a:ext cx="63698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Movies From Each Genre With Word “The” </a:t>
            </a:r>
            <a:r>
              <a:rPr lang="en-US" sz="2000" dirty="0" err="1" smtClean="0"/>
              <a:t>Avg</a:t>
            </a:r>
            <a:r>
              <a:rPr lang="en-US" sz="2000" dirty="0" smtClean="0"/>
              <a:t> Rating &gt;=8?</a:t>
            </a:r>
            <a:endParaRPr lang="en-IN" sz="2000" dirty="0"/>
          </a:p>
        </p:txBody>
      </p:sp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588" y="3645024"/>
            <a:ext cx="4168335" cy="280366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73932" y="3861048"/>
            <a:ext cx="5092741" cy="261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The Brighten Miracle = 9.5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The </a:t>
            </a:r>
            <a:r>
              <a:rPr lang="en-US" sz="2000" dirty="0" err="1" smtClean="0"/>
              <a:t>Colour</a:t>
            </a:r>
            <a:r>
              <a:rPr lang="en-US" sz="2000" dirty="0" smtClean="0"/>
              <a:t> Of Darkness = 9.1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The </a:t>
            </a:r>
            <a:r>
              <a:rPr lang="en-US" sz="2000" dirty="0" err="1" smtClean="0"/>
              <a:t>Blure</a:t>
            </a:r>
            <a:r>
              <a:rPr lang="en-US" sz="2000" dirty="0" smtClean="0"/>
              <a:t> Elephant = 8.8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The Irishman = 8.7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The Mystery Of Godliness: The </a:t>
            </a:r>
            <a:r>
              <a:rPr lang="en-US" sz="2000" dirty="0" err="1" smtClean="0"/>
              <a:t>Squel</a:t>
            </a:r>
            <a:r>
              <a:rPr lang="en-US" sz="2000" dirty="0" smtClean="0"/>
              <a:t> = 8.5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The </a:t>
            </a:r>
            <a:r>
              <a:rPr lang="en-US" sz="2000" dirty="0" err="1" smtClean="0"/>
              <a:t>Gambinos</a:t>
            </a:r>
            <a:r>
              <a:rPr lang="en-US" sz="2000" dirty="0" smtClean="0"/>
              <a:t> = 8.4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 smtClean="0"/>
              <a:t>Theeran</a:t>
            </a:r>
            <a:r>
              <a:rPr lang="en-US" sz="2000" dirty="0" smtClean="0"/>
              <a:t> </a:t>
            </a:r>
            <a:r>
              <a:rPr lang="en-US" sz="2000" dirty="0" err="1" smtClean="0"/>
              <a:t>Adhigaaram</a:t>
            </a:r>
            <a:r>
              <a:rPr lang="en-US" sz="2000" dirty="0" smtClean="0"/>
              <a:t> </a:t>
            </a:r>
            <a:r>
              <a:rPr lang="en-US" sz="2000" dirty="0" err="1" smtClean="0"/>
              <a:t>Ondru</a:t>
            </a:r>
            <a:r>
              <a:rPr lang="en-US" sz="2000" dirty="0" smtClean="0"/>
              <a:t> = 8.3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The King And I = 8.2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62164" y="9056"/>
            <a:ext cx="4287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Key Insights In The IMDB Dataset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108570" y="404664"/>
            <a:ext cx="2140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Movie insights :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494012" y="808398"/>
            <a:ext cx="98970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In  the year 2017 has a more movies were released in worldwide.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In an year January, march, September and </a:t>
            </a:r>
            <a:r>
              <a:rPr lang="en-US" sz="2000" dirty="0" err="1" smtClean="0"/>
              <a:t>octobar</a:t>
            </a:r>
            <a:r>
              <a:rPr lang="en-US" sz="2000" dirty="0" smtClean="0"/>
              <a:t> months has more movies released.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1132166" y="1482901"/>
            <a:ext cx="2189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Genre insights : 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494012" y="1944566"/>
            <a:ext cx="78324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Drama Genre Has Highest Number Of Movies Were Filmed.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Action Genre Has The Longest Duration Films Then The Other Genres.</a:t>
            </a:r>
            <a:endParaRPr lang="en-I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120368" y="2551775"/>
            <a:ext cx="2213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Rating insights : 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494012" y="2975426"/>
            <a:ext cx="94614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 smtClean="0"/>
              <a:t>Kirkat</a:t>
            </a:r>
            <a:r>
              <a:rPr lang="en-US" sz="2000" dirty="0" smtClean="0"/>
              <a:t> And Love In </a:t>
            </a:r>
            <a:r>
              <a:rPr lang="en-US" sz="2000" dirty="0" err="1" smtClean="0"/>
              <a:t>Kilnerry</a:t>
            </a:r>
            <a:r>
              <a:rPr lang="en-US" sz="2000" dirty="0" smtClean="0"/>
              <a:t> Has The Top Rated Movies.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“The Brighton Miracle” Movie Has </a:t>
            </a:r>
            <a:r>
              <a:rPr lang="en-US" sz="2000" dirty="0" err="1" smtClean="0"/>
              <a:t>Avg</a:t>
            </a:r>
            <a:r>
              <a:rPr lang="en-US" sz="2000" dirty="0" smtClean="0"/>
              <a:t> Rating Of 9.5 In The  Movies Were Named Started With “The”.</a:t>
            </a:r>
            <a:endParaRPr lang="en-IN" sz="2000" dirty="0"/>
          </a:p>
        </p:txBody>
      </p:sp>
      <p:sp>
        <p:nvSpPr>
          <p:cNvPr id="12" name="Rectangle 11"/>
          <p:cNvSpPr/>
          <p:nvPr/>
        </p:nvSpPr>
        <p:spPr>
          <a:xfrm>
            <a:off x="675262" y="3883197"/>
            <a:ext cx="33087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Actor / Director Insights :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2494012" y="4344943"/>
            <a:ext cx="70913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 smtClean="0"/>
              <a:t>Mommootty</a:t>
            </a:r>
            <a:r>
              <a:rPr lang="en-US" sz="2000" dirty="0" smtClean="0"/>
              <a:t> And </a:t>
            </a:r>
            <a:r>
              <a:rPr lang="en-US" sz="2000" dirty="0" err="1" smtClean="0"/>
              <a:t>Mohanlal</a:t>
            </a:r>
            <a:r>
              <a:rPr lang="en-US" sz="2000" dirty="0" smtClean="0"/>
              <a:t> Are The Top Rated Actors.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Andrew Jones And </a:t>
            </a:r>
            <a:r>
              <a:rPr lang="en-US" sz="2000" dirty="0" err="1" smtClean="0"/>
              <a:t>A.L.Vijay</a:t>
            </a:r>
            <a:r>
              <a:rPr lang="en-US" sz="2000" dirty="0" smtClean="0"/>
              <a:t> Has Directed More Than 4 Movies.</a:t>
            </a:r>
            <a:endParaRPr lang="en-IN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225940" y="5014564"/>
            <a:ext cx="4564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Language And Production Insights :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2494012" y="5589240"/>
            <a:ext cx="67767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English Is The Most Common Language In The Worldwide.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“The Marvel Studios” Has The Highest Votes In The Ratings.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46140" y="44624"/>
            <a:ext cx="5335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 Conclusion And Recommendations</a:t>
            </a:r>
            <a:endParaRPr lang="en-IN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730612" y="543932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Conclusion :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963689" y="1196752"/>
            <a:ext cx="102251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The IMDB Dataset Successfully Analyzed Using Advanced SQL Queries.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Key Questions About Movies, Ratings, Genres, Country Were Answered.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Advanced SQL Functions Like Joins, Filtering, Order By, Grouping Were Effectively Used.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The Project Help To SQL Queries Used In The Real-time Movie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7828" y="3399383"/>
            <a:ext cx="2738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Recommendations : 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976668" y="4145351"/>
            <a:ext cx="94187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Fro Better Insights We Need More Data’s Like Box Office, User Reviews, Or OTT’s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Use Data For The Forecast Future Popular Genres And Production Trends.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Producers Can Focus On Genres With High Ratings And Votes.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Address The Null Values In Some Fields (Like “Names” And “Movies”.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798268" y="344850"/>
            <a:ext cx="27306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Thank you ! </a:t>
            </a:r>
            <a:endParaRPr lang="en-IN" sz="4000" dirty="0"/>
          </a:p>
        </p:txBody>
      </p:sp>
      <p:sp>
        <p:nvSpPr>
          <p:cNvPr id="7" name="TextBox 6"/>
          <p:cNvSpPr txBox="1"/>
          <p:nvPr/>
        </p:nvSpPr>
        <p:spPr>
          <a:xfrm>
            <a:off x="981844" y="1484784"/>
            <a:ext cx="2777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Any Questions?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icture Placeholder 5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4873beb7-5857-4685-be1f-d57550cc96cc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416</TotalTime>
  <Words>690</Words>
  <Application>Microsoft Office PowerPoint</Application>
  <PresentationFormat>Custom</PresentationFormat>
  <Paragraphs>108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Tech 16x9</vt:lpstr>
      <vt:lpstr>Advanced SQL Project – IMDB Dataset Analysis</vt:lpstr>
      <vt:lpstr>Project Overview &amp; Objectives</vt:lpstr>
      <vt:lpstr>DATASET OVERVIEW</vt:lpstr>
      <vt:lpstr>PowerPoint Presentation</vt:lpstr>
      <vt:lpstr>Key Questions Answered</vt:lpstr>
      <vt:lpstr>The Average Movie Duration By Genre?</vt:lpstr>
      <vt:lpstr>PowerPoint Presentation</vt:lpstr>
      <vt:lpstr>PowerPoint Presentation</vt:lpstr>
      <vt:lpstr>PowerPoint Presentation</vt:lpstr>
      <vt:lpstr>PowerPoint Presentation</vt:lpstr>
      <vt:lpstr>Add a Slide Title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SQL Project – IMDB Dataset Analysis</dc:title>
  <dc:creator>LENOVO</dc:creator>
  <cp:lastModifiedBy>LENOVO</cp:lastModifiedBy>
  <cp:revision>39</cp:revision>
  <dcterms:created xsi:type="dcterms:W3CDTF">2025-06-26T16:46:37Z</dcterms:created>
  <dcterms:modified xsi:type="dcterms:W3CDTF">2025-07-14T10:38:59Z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