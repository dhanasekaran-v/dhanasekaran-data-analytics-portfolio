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87aae254348b6f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464C3C-2B87-4834-960C-88DABEBF678D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8E074BA-3A29-4508-8DEC-2B50A9DE3223}" type="pres">
      <dgm:prSet presAssocID="{B7464C3C-2B87-4834-960C-88DABEBF678D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</dgm:ptLst>
  <dgm:cxnLst>
    <dgm:cxn modelId="{C98F4682-5F3C-4912-A93C-5ED73CC53106}" type="presOf" srcId="{B7464C3C-2B87-4834-960C-88DABEBF678D}" destId="{88E074BA-3A29-4508-8DEC-2B50A9DE3223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B2E2E1-A017-43B9-97B7-0FFF19075E95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F371F235-E176-4001-94D3-9CBAF6FF142D}">
      <dgm:prSet phldrT="[Text]"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Removing Null / errors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176193-8667-4E1D-838F-3881B7E110DA}" type="parTrans" cxnId="{9714FA11-9866-46CF-8B5D-4AAB74EA84C1}">
      <dgm:prSet/>
      <dgm:spPr/>
      <dgm:t>
        <a:bodyPr/>
        <a:lstStyle/>
        <a:p>
          <a:endParaRPr lang="en-US"/>
        </a:p>
      </dgm:t>
    </dgm:pt>
    <dgm:pt modelId="{C3A5A8C6-3791-4D43-AA38-871489DB1151}" type="sibTrans" cxnId="{9714FA11-9866-46CF-8B5D-4AAB74EA84C1}">
      <dgm:prSet/>
      <dgm:spPr/>
      <dgm:t>
        <a:bodyPr/>
        <a:lstStyle/>
        <a:p>
          <a:endParaRPr lang="en-US"/>
        </a:p>
      </dgm:t>
    </dgm:pt>
    <dgm:pt modelId="{70F8AF73-4A8F-4DAB-B072-AFA12B6CA16F}">
      <dgm:prSet phldrT="[Text]"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Replacing Values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29D95B-FCE3-4C17-AD3C-B3B5E9371CFC}" type="parTrans" cxnId="{37E36039-D869-447F-BC71-264B8BF8345E}">
      <dgm:prSet/>
      <dgm:spPr/>
      <dgm:t>
        <a:bodyPr/>
        <a:lstStyle/>
        <a:p>
          <a:endParaRPr lang="en-US"/>
        </a:p>
      </dgm:t>
    </dgm:pt>
    <dgm:pt modelId="{07FAE973-4294-40D2-8B1F-2A2508C8D0FE}" type="sibTrans" cxnId="{37E36039-D869-447F-BC71-264B8BF8345E}">
      <dgm:prSet/>
      <dgm:spPr/>
      <dgm:t>
        <a:bodyPr/>
        <a:lstStyle/>
        <a:p>
          <a:endParaRPr lang="en-US"/>
        </a:p>
      </dgm:t>
    </dgm:pt>
    <dgm:pt modelId="{DB40D984-71B1-4E6D-AADF-CDC3370958BC}">
      <dgm:prSet phldrT="[Text]"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Standardized Data Types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8666B2-2FAE-4099-BF6E-75B2AE74D169}" type="parTrans" cxnId="{E021BB15-59AE-478A-AE03-D1EACFD0FA0F}">
      <dgm:prSet/>
      <dgm:spPr/>
      <dgm:t>
        <a:bodyPr/>
        <a:lstStyle/>
        <a:p>
          <a:endParaRPr lang="en-US"/>
        </a:p>
      </dgm:t>
    </dgm:pt>
    <dgm:pt modelId="{639253E7-B12C-4961-8F53-5C3627F3FE2D}" type="sibTrans" cxnId="{E021BB15-59AE-478A-AE03-D1EACFD0FA0F}">
      <dgm:prSet/>
      <dgm:spPr/>
      <dgm:t>
        <a:bodyPr/>
        <a:lstStyle/>
        <a:p>
          <a:endParaRPr lang="en-US"/>
        </a:p>
      </dgm:t>
    </dgm:pt>
    <dgm:pt modelId="{6493B2A3-9A61-4F78-8925-CADC10FACD45}">
      <dgm:prSet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Renaming Columns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9D69B3-6703-4F22-B75A-493FDCCEE2EB}" type="parTrans" cxnId="{D551E510-275E-4C6B-9E47-34C171B18A34}">
      <dgm:prSet/>
      <dgm:spPr/>
      <dgm:t>
        <a:bodyPr/>
        <a:lstStyle/>
        <a:p>
          <a:endParaRPr lang="en-US"/>
        </a:p>
      </dgm:t>
    </dgm:pt>
    <dgm:pt modelId="{2D1F3AA0-8F2D-4C56-8216-386FC906E2BE}" type="sibTrans" cxnId="{D551E510-275E-4C6B-9E47-34C171B18A34}">
      <dgm:prSet/>
      <dgm:spPr/>
      <dgm:t>
        <a:bodyPr/>
        <a:lstStyle/>
        <a:p>
          <a:endParaRPr lang="en-US"/>
        </a:p>
      </dgm:t>
    </dgm:pt>
    <dgm:pt modelId="{E2D644D3-9AC4-4F8D-9F5D-38EEE267477F}">
      <dgm:prSet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Creating Age Groups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C4E47E-5A45-43F1-90FF-10EBCB9BFB52}" type="parTrans" cxnId="{9F372664-CA91-4A80-801A-D45B4CC23151}">
      <dgm:prSet/>
      <dgm:spPr/>
      <dgm:t>
        <a:bodyPr/>
        <a:lstStyle/>
        <a:p>
          <a:endParaRPr lang="en-US"/>
        </a:p>
      </dgm:t>
    </dgm:pt>
    <dgm:pt modelId="{77608E56-D0DA-44AF-B267-C55B0ED2078B}" type="sibTrans" cxnId="{9F372664-CA91-4A80-801A-D45B4CC23151}">
      <dgm:prSet/>
      <dgm:spPr/>
      <dgm:t>
        <a:bodyPr/>
        <a:lstStyle/>
        <a:p>
          <a:endParaRPr lang="en-US"/>
        </a:p>
      </dgm:t>
    </dgm:pt>
    <dgm:pt modelId="{39132EC4-2FA6-4A9A-BBF9-ACB546443FF4}" type="pres">
      <dgm:prSet presAssocID="{E0B2E2E1-A017-43B9-97B7-0FFF19075E95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23623A44-3592-4B4F-819C-A556CCA2661C}" type="pres">
      <dgm:prSet presAssocID="{F371F235-E176-4001-94D3-9CBAF6FF142D}" presName="Accent1" presStyleCnt="0"/>
      <dgm:spPr/>
    </dgm:pt>
    <dgm:pt modelId="{317481B1-5690-4573-8205-166941447348}" type="pres">
      <dgm:prSet presAssocID="{F371F235-E176-4001-94D3-9CBAF6FF142D}" presName="Accent" presStyleLbl="node1" presStyleIdx="0" presStyleCnt="5"/>
      <dgm:spPr/>
    </dgm:pt>
    <dgm:pt modelId="{9F11952A-6F4C-4980-BFD7-C228ADCA32E4}" type="pres">
      <dgm:prSet presAssocID="{F371F235-E176-4001-94D3-9CBAF6FF142D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3878DF-25B3-457D-AB6D-01C2DEE73BB5}" type="pres">
      <dgm:prSet presAssocID="{6493B2A3-9A61-4F78-8925-CADC10FACD45}" presName="Accent2" presStyleCnt="0"/>
      <dgm:spPr/>
    </dgm:pt>
    <dgm:pt modelId="{8FB6F10C-78F8-4290-9FBE-D86C2441AD69}" type="pres">
      <dgm:prSet presAssocID="{6493B2A3-9A61-4F78-8925-CADC10FACD45}" presName="Accent" presStyleLbl="node1" presStyleIdx="1" presStyleCnt="5"/>
      <dgm:spPr/>
    </dgm:pt>
    <dgm:pt modelId="{FD7652D0-9C30-4A34-913B-731BA5A7E18D}" type="pres">
      <dgm:prSet presAssocID="{6493B2A3-9A61-4F78-8925-CADC10FACD45}" presName="Parent2" presStyleLbl="revTx" presStyleIdx="1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66016E-29DD-432B-8045-014910F7F89C}" type="pres">
      <dgm:prSet presAssocID="{70F8AF73-4A8F-4DAB-B072-AFA12B6CA16F}" presName="Accent3" presStyleCnt="0"/>
      <dgm:spPr/>
    </dgm:pt>
    <dgm:pt modelId="{29673A1D-5250-42AC-AB9D-890DECE23259}" type="pres">
      <dgm:prSet presAssocID="{70F8AF73-4A8F-4DAB-B072-AFA12B6CA16F}" presName="Accent" presStyleLbl="node1" presStyleIdx="2" presStyleCnt="5"/>
      <dgm:spPr/>
    </dgm:pt>
    <dgm:pt modelId="{51A170AB-1500-460E-BA4E-479728054746}" type="pres">
      <dgm:prSet presAssocID="{70F8AF73-4A8F-4DAB-B072-AFA12B6CA16F}" presName="Parent3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090A9A-4780-4C9F-B98F-EFE47C2271E7}" type="pres">
      <dgm:prSet presAssocID="{DB40D984-71B1-4E6D-AADF-CDC3370958BC}" presName="Accent4" presStyleCnt="0"/>
      <dgm:spPr/>
    </dgm:pt>
    <dgm:pt modelId="{D067858A-891C-41D0-AEBD-D6FA45C2F1FE}" type="pres">
      <dgm:prSet presAssocID="{DB40D984-71B1-4E6D-AADF-CDC3370958BC}" presName="Accent" presStyleLbl="node1" presStyleIdx="3" presStyleCnt="5"/>
      <dgm:spPr/>
    </dgm:pt>
    <dgm:pt modelId="{165D5B2D-35CD-41BA-A587-61BAE500D53F}" type="pres">
      <dgm:prSet presAssocID="{DB40D984-71B1-4E6D-AADF-CDC3370958BC}" presName="Parent4" presStyleLbl="revTx" presStyleIdx="3" presStyleCnt="5" custScaleX="13417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0FFDC4-BE6B-4641-A93F-2BAAF3DF164F}" type="pres">
      <dgm:prSet presAssocID="{E2D644D3-9AC4-4F8D-9F5D-38EEE267477F}" presName="Accent5" presStyleCnt="0"/>
      <dgm:spPr/>
    </dgm:pt>
    <dgm:pt modelId="{B2D7C5AE-B01D-41BC-A9C4-C431F63DC580}" type="pres">
      <dgm:prSet presAssocID="{E2D644D3-9AC4-4F8D-9F5D-38EEE267477F}" presName="Accent" presStyleLbl="node1" presStyleIdx="4" presStyleCnt="5"/>
      <dgm:spPr/>
    </dgm:pt>
    <dgm:pt modelId="{B34CD5EB-B18B-492B-85E1-20FF470CB982}" type="pres">
      <dgm:prSet presAssocID="{E2D644D3-9AC4-4F8D-9F5D-38EEE267477F}" presName="Parent5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42503A-741F-4A3A-81D4-070004DB0F76}" type="presOf" srcId="{E0B2E2E1-A017-43B9-97B7-0FFF19075E95}" destId="{39132EC4-2FA6-4A9A-BBF9-ACB546443FF4}" srcOrd="0" destOrd="0" presId="urn:microsoft.com/office/officeart/2009/layout/CircleArrowProcess"/>
    <dgm:cxn modelId="{9F372664-CA91-4A80-801A-D45B4CC23151}" srcId="{E0B2E2E1-A017-43B9-97B7-0FFF19075E95}" destId="{E2D644D3-9AC4-4F8D-9F5D-38EEE267477F}" srcOrd="4" destOrd="0" parTransId="{3BC4E47E-5A45-43F1-90FF-10EBCB9BFB52}" sibTransId="{77608E56-D0DA-44AF-B267-C55B0ED2078B}"/>
    <dgm:cxn modelId="{2568F7FD-D54C-4C48-8316-6FBF9A1A78B6}" type="presOf" srcId="{70F8AF73-4A8F-4DAB-B072-AFA12B6CA16F}" destId="{51A170AB-1500-460E-BA4E-479728054746}" srcOrd="0" destOrd="0" presId="urn:microsoft.com/office/officeart/2009/layout/CircleArrowProcess"/>
    <dgm:cxn modelId="{E021BB15-59AE-478A-AE03-D1EACFD0FA0F}" srcId="{E0B2E2E1-A017-43B9-97B7-0FFF19075E95}" destId="{DB40D984-71B1-4E6D-AADF-CDC3370958BC}" srcOrd="3" destOrd="0" parTransId="{B48666B2-2FAE-4099-BF6E-75B2AE74D169}" sibTransId="{639253E7-B12C-4961-8F53-5C3627F3FE2D}"/>
    <dgm:cxn modelId="{1CDF5880-21A7-4E95-B080-DBA12429F63D}" type="presOf" srcId="{DB40D984-71B1-4E6D-AADF-CDC3370958BC}" destId="{165D5B2D-35CD-41BA-A587-61BAE500D53F}" srcOrd="0" destOrd="0" presId="urn:microsoft.com/office/officeart/2009/layout/CircleArrowProcess"/>
    <dgm:cxn modelId="{FB739B9D-E800-4966-BB0B-F21F91FA2E6C}" type="presOf" srcId="{6493B2A3-9A61-4F78-8925-CADC10FACD45}" destId="{FD7652D0-9C30-4A34-913B-731BA5A7E18D}" srcOrd="0" destOrd="0" presId="urn:microsoft.com/office/officeart/2009/layout/CircleArrowProcess"/>
    <dgm:cxn modelId="{9714FA11-9866-46CF-8B5D-4AAB74EA84C1}" srcId="{E0B2E2E1-A017-43B9-97B7-0FFF19075E95}" destId="{F371F235-E176-4001-94D3-9CBAF6FF142D}" srcOrd="0" destOrd="0" parTransId="{B5176193-8667-4E1D-838F-3881B7E110DA}" sibTransId="{C3A5A8C6-3791-4D43-AA38-871489DB1151}"/>
    <dgm:cxn modelId="{BD903902-668E-40DA-8D85-1AF9D0B71B68}" type="presOf" srcId="{E2D644D3-9AC4-4F8D-9F5D-38EEE267477F}" destId="{B34CD5EB-B18B-492B-85E1-20FF470CB982}" srcOrd="0" destOrd="0" presId="urn:microsoft.com/office/officeart/2009/layout/CircleArrowProcess"/>
    <dgm:cxn modelId="{D551E510-275E-4C6B-9E47-34C171B18A34}" srcId="{E0B2E2E1-A017-43B9-97B7-0FFF19075E95}" destId="{6493B2A3-9A61-4F78-8925-CADC10FACD45}" srcOrd="1" destOrd="0" parTransId="{809D69B3-6703-4F22-B75A-493FDCCEE2EB}" sibTransId="{2D1F3AA0-8F2D-4C56-8216-386FC906E2BE}"/>
    <dgm:cxn modelId="{8F96DE48-7330-4C77-9A81-D09343D738E8}" type="presOf" srcId="{F371F235-E176-4001-94D3-9CBAF6FF142D}" destId="{9F11952A-6F4C-4980-BFD7-C228ADCA32E4}" srcOrd="0" destOrd="0" presId="urn:microsoft.com/office/officeart/2009/layout/CircleArrowProcess"/>
    <dgm:cxn modelId="{37E36039-D869-447F-BC71-264B8BF8345E}" srcId="{E0B2E2E1-A017-43B9-97B7-0FFF19075E95}" destId="{70F8AF73-4A8F-4DAB-B072-AFA12B6CA16F}" srcOrd="2" destOrd="0" parTransId="{AD29D95B-FCE3-4C17-AD3C-B3B5E9371CFC}" sibTransId="{07FAE973-4294-40D2-8B1F-2A2508C8D0FE}"/>
    <dgm:cxn modelId="{8224BD65-D75D-4967-98B8-82E612045AFE}" type="presParOf" srcId="{39132EC4-2FA6-4A9A-BBF9-ACB546443FF4}" destId="{23623A44-3592-4B4F-819C-A556CCA2661C}" srcOrd="0" destOrd="0" presId="urn:microsoft.com/office/officeart/2009/layout/CircleArrowProcess"/>
    <dgm:cxn modelId="{3D842B95-F283-427E-895E-229E5E377B69}" type="presParOf" srcId="{23623A44-3592-4B4F-819C-A556CCA2661C}" destId="{317481B1-5690-4573-8205-166941447348}" srcOrd="0" destOrd="0" presId="urn:microsoft.com/office/officeart/2009/layout/CircleArrowProcess"/>
    <dgm:cxn modelId="{CBA8B7A5-F4F1-4FA3-A612-2975791BE85D}" type="presParOf" srcId="{39132EC4-2FA6-4A9A-BBF9-ACB546443FF4}" destId="{9F11952A-6F4C-4980-BFD7-C228ADCA32E4}" srcOrd="1" destOrd="0" presId="urn:microsoft.com/office/officeart/2009/layout/CircleArrowProcess"/>
    <dgm:cxn modelId="{E65605D5-8055-4A58-B5EA-F70E8512388D}" type="presParOf" srcId="{39132EC4-2FA6-4A9A-BBF9-ACB546443FF4}" destId="{183878DF-25B3-457D-AB6D-01C2DEE73BB5}" srcOrd="2" destOrd="0" presId="urn:microsoft.com/office/officeart/2009/layout/CircleArrowProcess"/>
    <dgm:cxn modelId="{0C78E5D9-371E-4BA2-8B80-36F6BF31BFB2}" type="presParOf" srcId="{183878DF-25B3-457D-AB6D-01C2DEE73BB5}" destId="{8FB6F10C-78F8-4290-9FBE-D86C2441AD69}" srcOrd="0" destOrd="0" presId="urn:microsoft.com/office/officeart/2009/layout/CircleArrowProcess"/>
    <dgm:cxn modelId="{5CACD36C-B67E-4D4B-B2A7-9510F377E9D5}" type="presParOf" srcId="{39132EC4-2FA6-4A9A-BBF9-ACB546443FF4}" destId="{FD7652D0-9C30-4A34-913B-731BA5A7E18D}" srcOrd="3" destOrd="0" presId="urn:microsoft.com/office/officeart/2009/layout/CircleArrowProcess"/>
    <dgm:cxn modelId="{22D0DAB1-94F0-4D13-B56B-B5901E5036C5}" type="presParOf" srcId="{39132EC4-2FA6-4A9A-BBF9-ACB546443FF4}" destId="{3D66016E-29DD-432B-8045-014910F7F89C}" srcOrd="4" destOrd="0" presId="urn:microsoft.com/office/officeart/2009/layout/CircleArrowProcess"/>
    <dgm:cxn modelId="{9D8DD6F0-A504-4CDA-81DE-D5FF0628E2F4}" type="presParOf" srcId="{3D66016E-29DD-432B-8045-014910F7F89C}" destId="{29673A1D-5250-42AC-AB9D-890DECE23259}" srcOrd="0" destOrd="0" presId="urn:microsoft.com/office/officeart/2009/layout/CircleArrowProcess"/>
    <dgm:cxn modelId="{664B4284-8A8D-402F-8E55-2A8CF7D13881}" type="presParOf" srcId="{39132EC4-2FA6-4A9A-BBF9-ACB546443FF4}" destId="{51A170AB-1500-460E-BA4E-479728054746}" srcOrd="5" destOrd="0" presId="urn:microsoft.com/office/officeart/2009/layout/CircleArrowProcess"/>
    <dgm:cxn modelId="{9B7B3467-6212-4905-BCC1-4A81A8313E0D}" type="presParOf" srcId="{39132EC4-2FA6-4A9A-BBF9-ACB546443FF4}" destId="{64090A9A-4780-4C9F-B98F-EFE47C2271E7}" srcOrd="6" destOrd="0" presId="urn:microsoft.com/office/officeart/2009/layout/CircleArrowProcess"/>
    <dgm:cxn modelId="{F016CE80-4712-4928-A1E1-3E9BCB70C25A}" type="presParOf" srcId="{64090A9A-4780-4C9F-B98F-EFE47C2271E7}" destId="{D067858A-891C-41D0-AEBD-D6FA45C2F1FE}" srcOrd="0" destOrd="0" presId="urn:microsoft.com/office/officeart/2009/layout/CircleArrowProcess"/>
    <dgm:cxn modelId="{0BBD0369-BA19-4EBD-BC18-CDA1541811DD}" type="presParOf" srcId="{39132EC4-2FA6-4A9A-BBF9-ACB546443FF4}" destId="{165D5B2D-35CD-41BA-A587-61BAE500D53F}" srcOrd="7" destOrd="0" presId="urn:microsoft.com/office/officeart/2009/layout/CircleArrowProcess"/>
    <dgm:cxn modelId="{248A70C5-429D-4938-88D8-FB6B756EC9CD}" type="presParOf" srcId="{39132EC4-2FA6-4A9A-BBF9-ACB546443FF4}" destId="{1C0FFDC4-BE6B-4641-A93F-2BAAF3DF164F}" srcOrd="8" destOrd="0" presId="urn:microsoft.com/office/officeart/2009/layout/CircleArrowProcess"/>
    <dgm:cxn modelId="{37241B88-903C-4E1D-871F-F674BAD3CB7B}" type="presParOf" srcId="{1C0FFDC4-BE6B-4641-A93F-2BAAF3DF164F}" destId="{B2D7C5AE-B01D-41BC-A9C4-C431F63DC580}" srcOrd="0" destOrd="0" presId="urn:microsoft.com/office/officeart/2009/layout/CircleArrowProcess"/>
    <dgm:cxn modelId="{5A9D3586-909D-4EDB-88B4-BD5D49B70706}" type="presParOf" srcId="{39132EC4-2FA6-4A9A-BBF9-ACB546443FF4}" destId="{B34CD5EB-B18B-492B-85E1-20FF470CB982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481B1-5690-4573-8205-166941447348}">
      <dsp:nvSpPr>
        <dsp:cNvPr id="0" name=""/>
        <dsp:cNvSpPr/>
      </dsp:nvSpPr>
      <dsp:spPr>
        <a:xfrm>
          <a:off x="1608210" y="0"/>
          <a:ext cx="1840860" cy="1840952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1952A-6F4C-4980-BFD7-C228ADCA32E4}">
      <dsp:nvSpPr>
        <dsp:cNvPr id="0" name=""/>
        <dsp:cNvSpPr/>
      </dsp:nvSpPr>
      <dsp:spPr>
        <a:xfrm>
          <a:off x="2014643" y="666736"/>
          <a:ext cx="1027304" cy="513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Removing Null / errors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14643" y="666736"/>
        <a:ext cx="1027304" cy="513422"/>
      </dsp:txXfrm>
    </dsp:sp>
    <dsp:sp modelId="{8FB6F10C-78F8-4290-9FBE-D86C2441AD69}">
      <dsp:nvSpPr>
        <dsp:cNvPr id="0" name=""/>
        <dsp:cNvSpPr/>
      </dsp:nvSpPr>
      <dsp:spPr>
        <a:xfrm>
          <a:off x="1096803" y="1057745"/>
          <a:ext cx="1840860" cy="184095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6">
            <a:alpha val="90000"/>
            <a:hueOff val="0"/>
            <a:satOff val="0"/>
            <a:lumOff val="0"/>
            <a:alphaOff val="-1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652D0-9C30-4A34-913B-731BA5A7E18D}">
      <dsp:nvSpPr>
        <dsp:cNvPr id="0" name=""/>
        <dsp:cNvSpPr/>
      </dsp:nvSpPr>
      <dsp:spPr>
        <a:xfrm>
          <a:off x="1501163" y="1726858"/>
          <a:ext cx="1027304" cy="513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Renaming Columns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01163" y="1726858"/>
        <a:ext cx="1027304" cy="513422"/>
      </dsp:txXfrm>
    </dsp:sp>
    <dsp:sp modelId="{29673A1D-5250-42AC-AB9D-890DECE23259}">
      <dsp:nvSpPr>
        <dsp:cNvPr id="0" name=""/>
        <dsp:cNvSpPr/>
      </dsp:nvSpPr>
      <dsp:spPr>
        <a:xfrm>
          <a:off x="1608210" y="2120245"/>
          <a:ext cx="1840860" cy="1840952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170AB-1500-460E-BA4E-479728054746}">
      <dsp:nvSpPr>
        <dsp:cNvPr id="0" name=""/>
        <dsp:cNvSpPr/>
      </dsp:nvSpPr>
      <dsp:spPr>
        <a:xfrm>
          <a:off x="2014643" y="2786387"/>
          <a:ext cx="1027304" cy="513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Replacing Values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14643" y="2786387"/>
        <a:ext cx="1027304" cy="513422"/>
      </dsp:txXfrm>
    </dsp:sp>
    <dsp:sp modelId="{D067858A-891C-41D0-AEBD-D6FA45C2F1FE}">
      <dsp:nvSpPr>
        <dsp:cNvPr id="0" name=""/>
        <dsp:cNvSpPr/>
      </dsp:nvSpPr>
      <dsp:spPr>
        <a:xfrm>
          <a:off x="1096803" y="3179773"/>
          <a:ext cx="1840860" cy="184095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6">
            <a:alpha val="90000"/>
            <a:hueOff val="0"/>
            <a:satOff val="0"/>
            <a:lumOff val="0"/>
            <a:alphaOff val="-3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D5B2D-35CD-41BA-A587-61BAE500D53F}">
      <dsp:nvSpPr>
        <dsp:cNvPr id="0" name=""/>
        <dsp:cNvSpPr/>
      </dsp:nvSpPr>
      <dsp:spPr>
        <a:xfrm>
          <a:off x="1325618" y="3846509"/>
          <a:ext cx="1378395" cy="513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Standardized Data Types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5618" y="3846509"/>
        <a:ext cx="1378395" cy="513422"/>
      </dsp:txXfrm>
    </dsp:sp>
    <dsp:sp modelId="{B2D7C5AE-B01D-41BC-A9C4-C431F63DC580}">
      <dsp:nvSpPr>
        <dsp:cNvPr id="0" name=""/>
        <dsp:cNvSpPr/>
      </dsp:nvSpPr>
      <dsp:spPr>
        <a:xfrm>
          <a:off x="1739084" y="4359932"/>
          <a:ext cx="1581530" cy="158245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CD5EB-B18B-492B-85E1-20FF470CB982}">
      <dsp:nvSpPr>
        <dsp:cNvPr id="0" name=""/>
        <dsp:cNvSpPr/>
      </dsp:nvSpPr>
      <dsp:spPr>
        <a:xfrm>
          <a:off x="2014643" y="4906632"/>
          <a:ext cx="1027304" cy="513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Creating Age Groups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14643" y="4906632"/>
        <a:ext cx="1027304" cy="513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30A3F-C812-4E64-9D0D-48E6D680704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4E9F9-1655-40A2-913E-5612B9055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69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mp"/><Relationship Id="rId3" Type="http://schemas.openxmlformats.org/officeDocument/2006/relationships/image" Target="../media/image9.tmp"/><Relationship Id="rId7" Type="http://schemas.openxmlformats.org/officeDocument/2006/relationships/image" Target="../media/image13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mp"/><Relationship Id="rId11" Type="http://schemas.openxmlformats.org/officeDocument/2006/relationships/image" Target="../media/image17.tmp"/><Relationship Id="rId5" Type="http://schemas.openxmlformats.org/officeDocument/2006/relationships/image" Target="../media/image11.tmp"/><Relationship Id="rId10" Type="http://schemas.openxmlformats.org/officeDocument/2006/relationships/image" Target="../media/image16.tmp"/><Relationship Id="rId4" Type="http://schemas.openxmlformats.org/officeDocument/2006/relationships/image" Target="../media/image10.tmp"/><Relationship Id="rId9" Type="http://schemas.openxmlformats.org/officeDocument/2006/relationships/image" Target="../media/image15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76" y="2037804"/>
            <a:ext cx="10405674" cy="705395"/>
          </a:xfrm>
        </p:spPr>
        <p:txBody>
          <a:bodyPr/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Analysis Using Power Bi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68878" y="3239588"/>
            <a:ext cx="83863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  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Dhanasekaran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Data Analytics &amp; Data Science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  : April 2025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16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24252" y="0"/>
            <a:ext cx="350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658" y="3419473"/>
            <a:ext cx="66684" cy="19053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658" y="1238484"/>
            <a:ext cx="5850668" cy="52798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997585"/>
            <a:ext cx="3233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    :   Kaggle.com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606732"/>
            <a:ext cx="2356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Rows       :   1025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19" y="2215879"/>
            <a:ext cx="2029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   :   14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386" y="3155149"/>
            <a:ext cx="24889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Blood Pressure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Thalassemia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Slope Type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791" y="2924317"/>
            <a:ext cx="2047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05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45428" y="182880"/>
            <a:ext cx="4519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08945246"/>
              </p:ext>
            </p:extLst>
          </p:nvPr>
        </p:nvGraphicFramePr>
        <p:xfrm>
          <a:off x="2032000" y="1058091"/>
          <a:ext cx="5884091" cy="5447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562070393"/>
              </p:ext>
            </p:extLst>
          </p:nvPr>
        </p:nvGraphicFramePr>
        <p:xfrm>
          <a:off x="535578" y="719665"/>
          <a:ext cx="4545874" cy="5942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01737" y="1166812"/>
            <a:ext cx="794657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Null Values And Duplicate Records To Ensure Data Consistency.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Cryptic Values (Like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Fbs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With Meaningful Labels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Codes (Eg.,0 Into Female &amp; 1 Into Male) Into Readable Categories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Appropriate Data Types (Text, Whole Number, Decimal) For Each Column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Added New Column To Classify Patients As Young, Middle Age ,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Orsenior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62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6503" y="0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5760" y="666486"/>
            <a:ext cx="666140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Patients   -  The Total Count Of Rows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Patience With Disease   -  The Patient Has Disease = “Yes”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Percentage    - Percentage Of Positive Cases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Cholesterol      -  Across All The Patients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Heart Rate    - Peak Heart Rate Trend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Blood Pressure   - Mean Of Resting Pressure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Males   -  Total Number Of Males Diseased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Females  - Total Number Of Female Diseased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  -  The Risk Level Of The Patient By Diseased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514" y="5835065"/>
            <a:ext cx="4058285" cy="801006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186" y="4614087"/>
            <a:ext cx="5210902" cy="260858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237" y="3424237"/>
            <a:ext cx="9526" cy="9526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763" y="5194889"/>
            <a:ext cx="5630061" cy="320231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514" y="1545724"/>
            <a:ext cx="5011875" cy="316293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624" y="2795211"/>
            <a:ext cx="4210638" cy="302074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883" y="3374055"/>
            <a:ext cx="4458322" cy="306838"/>
          </a:xfrm>
          <a:prstGeom prst="rect">
            <a:avLst/>
          </a:prstGeom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559" y="3990741"/>
            <a:ext cx="5375389" cy="303401"/>
          </a:xfrm>
          <a:prstGeom prst="rect">
            <a:avLst/>
          </a:prstGeom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559" y="2207404"/>
            <a:ext cx="5625200" cy="311037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186" y="919396"/>
            <a:ext cx="3860786" cy="3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5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53989" y="91440"/>
            <a:ext cx="4121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92" y="889579"/>
            <a:ext cx="10579353" cy="549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3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661" y="258204"/>
            <a:ext cx="1837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9025" y="1052095"/>
            <a:ext cx="6639703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 50% Patients Diagnosed With Heart Disease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Males Had A Higher Prevalence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Typical Angina Patients Were At Greater Risk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 Rises Steadily With Age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BP + High Cholesterol = High Risk Flag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708976" y="3991362"/>
            <a:ext cx="1701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029025" y="4634929"/>
            <a:ext cx="656301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Screenings Needed For Middle-aged Males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Cholesterol Control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Dashboards Helpful For Clinics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21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981" y="207305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07621" y="797820"/>
            <a:ext cx="98938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Power BI Project Successfully Transformed Patient Health Data Into Actionable Insights For Heart Disease Analysis.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Power Query And DAX, We Created A Clean, Interactive Dashboard That Highlights Key Patterns Like High-risk Groups, Chest Pain Impact, And Age-related Trends.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Data Visualization Can Enhance Decision-making In Healthcare.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194" y="3727438"/>
            <a:ext cx="3859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Applications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307622" y="4343654"/>
            <a:ext cx="938430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Dashboards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Monitor heart health KPIs and patient risk levels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Care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 high-risk individuals for early intervention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Support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Assist doctors with data-driven patient insights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Research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 a base for ML models and health studies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923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292</TotalTime>
  <Words>366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Heart Disease Analysis Using Power Bi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Analysis Using Power Bi</dc:title>
  <dc:creator>LENOVO</dc:creator>
  <cp:lastModifiedBy>LENOVO</cp:lastModifiedBy>
  <cp:revision>23</cp:revision>
  <dcterms:created xsi:type="dcterms:W3CDTF">2025-08-04T01:09:37Z</dcterms:created>
  <dcterms:modified xsi:type="dcterms:W3CDTF">2025-08-04T12:50:40Z</dcterms:modified>
</cp:coreProperties>
</file>