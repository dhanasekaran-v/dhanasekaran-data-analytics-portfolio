
<file path=[Content_Types].xml><?xml version="1.0" encoding="utf-8"?>
<Types xmlns="http://schemas.openxmlformats.org/package/2006/content-types">
  <Default Extension="jfif" ContentType="image/jpeg"/>
  <Default Extension="tmp" ContentType="image/png"/>
  <Default Extension="webp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73" d="100"/>
          <a:sy n="73" d="100"/>
        </p:scale>
        <p:origin x="618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8804FDE7-1C4C-4DC6-8964-0F720842BFB3}" type="doc">
      <dgm:prSet loTypeId="urn:microsoft.com/office/officeart/2009/layout/CircleArrowProcess" loCatId="cycle" qsTypeId="urn:microsoft.com/office/officeart/2005/8/quickstyle/3d4" qsCatId="3D" csTypeId="urn:microsoft.com/office/officeart/2005/8/colors/colorful1" csCatId="colorful" phldr="1"/>
      <dgm:spPr/>
      <dgm:t>
        <a:bodyPr/>
        <a:lstStyle/>
        <a:p>
          <a:endParaRPr lang="en-US"/>
        </a:p>
      </dgm:t>
    </dgm:pt>
    <dgm:pt modelId="{BAA8D66F-C3B2-41E2-B4DF-5FD00FC480B7}">
      <dgm:prSet phldrT="[Text]"/>
      <dgm:spPr/>
      <dgm:t>
        <a:bodyPr/>
        <a:lstStyle/>
        <a:p>
          <a:r>
            <a:rPr lang="en-US" dirty="0" smtClean="0"/>
            <a:t>Convolutional Layer</a:t>
          </a:r>
          <a:endParaRPr lang="en-US" dirty="0"/>
        </a:p>
      </dgm:t>
    </dgm:pt>
    <dgm:pt modelId="{A813197D-4A73-4569-9682-27310503DC6E}" type="parTrans" cxnId="{5F600FE2-31B9-457B-8602-12FBFB075FE9}">
      <dgm:prSet/>
      <dgm:spPr/>
      <dgm:t>
        <a:bodyPr/>
        <a:lstStyle/>
        <a:p>
          <a:endParaRPr lang="en-US"/>
        </a:p>
      </dgm:t>
    </dgm:pt>
    <dgm:pt modelId="{0F678563-BB72-4EED-AF49-3F45EBA738F5}" type="sibTrans" cxnId="{5F600FE2-31B9-457B-8602-12FBFB075FE9}">
      <dgm:prSet/>
      <dgm:spPr/>
      <dgm:t>
        <a:bodyPr/>
        <a:lstStyle/>
        <a:p>
          <a:endParaRPr lang="en-US"/>
        </a:p>
      </dgm:t>
    </dgm:pt>
    <dgm:pt modelId="{5B9E3265-DE6C-40B6-91F8-5BFE20DFC4C1}">
      <dgm:prSet phldrT="[Text]"/>
      <dgm:spPr/>
      <dgm:t>
        <a:bodyPr/>
        <a:lstStyle/>
        <a:p>
          <a:r>
            <a:rPr lang="en-US" dirty="0" smtClean="0"/>
            <a:t>Pooling Layer</a:t>
          </a:r>
          <a:endParaRPr lang="en-US" dirty="0"/>
        </a:p>
      </dgm:t>
    </dgm:pt>
    <dgm:pt modelId="{8BE871A9-1459-4453-8547-18FB84056F65}" type="parTrans" cxnId="{C09A88B2-314C-4718-AD06-59317525E85C}">
      <dgm:prSet/>
      <dgm:spPr/>
      <dgm:t>
        <a:bodyPr/>
        <a:lstStyle/>
        <a:p>
          <a:endParaRPr lang="en-US"/>
        </a:p>
      </dgm:t>
    </dgm:pt>
    <dgm:pt modelId="{ACBC6263-67D0-4633-AF84-E4942DF8745E}" type="sibTrans" cxnId="{C09A88B2-314C-4718-AD06-59317525E85C}">
      <dgm:prSet/>
      <dgm:spPr/>
      <dgm:t>
        <a:bodyPr/>
        <a:lstStyle/>
        <a:p>
          <a:endParaRPr lang="en-US"/>
        </a:p>
      </dgm:t>
    </dgm:pt>
    <dgm:pt modelId="{E330B6B8-435E-47FC-8731-5E8904732D1A}">
      <dgm:prSet phldrT="[Text]"/>
      <dgm:spPr/>
      <dgm:t>
        <a:bodyPr/>
        <a:lstStyle/>
        <a:p>
          <a:r>
            <a:rPr lang="en-US" dirty="0" smtClean="0"/>
            <a:t>Flatten Layer</a:t>
          </a:r>
          <a:endParaRPr lang="en-US" dirty="0"/>
        </a:p>
      </dgm:t>
    </dgm:pt>
    <dgm:pt modelId="{DE6D9B76-1628-4D89-943F-A31AAFE80865}" type="parTrans" cxnId="{B6C7847E-BFDE-48F9-B7B8-E9CB08D89896}">
      <dgm:prSet/>
      <dgm:spPr/>
      <dgm:t>
        <a:bodyPr/>
        <a:lstStyle/>
        <a:p>
          <a:endParaRPr lang="en-US"/>
        </a:p>
      </dgm:t>
    </dgm:pt>
    <dgm:pt modelId="{34A027BC-CB90-4EFB-85E9-F84A9684B7DA}" type="sibTrans" cxnId="{B6C7847E-BFDE-48F9-B7B8-E9CB08D89896}">
      <dgm:prSet/>
      <dgm:spPr/>
      <dgm:t>
        <a:bodyPr/>
        <a:lstStyle/>
        <a:p>
          <a:endParaRPr lang="en-US"/>
        </a:p>
      </dgm:t>
    </dgm:pt>
    <dgm:pt modelId="{93602264-969B-4978-AD2B-1D5B2146B68F}">
      <dgm:prSet phldrT="[Text]"/>
      <dgm:spPr/>
      <dgm:t>
        <a:bodyPr/>
        <a:lstStyle/>
        <a:p>
          <a:r>
            <a:rPr lang="en-US" dirty="0" smtClean="0"/>
            <a:t>Connected Layer</a:t>
          </a:r>
          <a:endParaRPr lang="en-US" dirty="0"/>
        </a:p>
      </dgm:t>
    </dgm:pt>
    <dgm:pt modelId="{B9B4576C-0ED5-468A-977A-CF1AC0316602}" type="parTrans" cxnId="{5DFF137B-3566-4F6C-833F-2546A0BE2630}">
      <dgm:prSet/>
      <dgm:spPr/>
      <dgm:t>
        <a:bodyPr/>
        <a:lstStyle/>
        <a:p>
          <a:endParaRPr lang="en-US"/>
        </a:p>
      </dgm:t>
    </dgm:pt>
    <dgm:pt modelId="{35858B2A-9B08-4621-8FE1-E097001FCFAF}" type="sibTrans" cxnId="{5DFF137B-3566-4F6C-833F-2546A0BE2630}">
      <dgm:prSet/>
      <dgm:spPr/>
      <dgm:t>
        <a:bodyPr/>
        <a:lstStyle/>
        <a:p>
          <a:endParaRPr lang="en-US"/>
        </a:p>
      </dgm:t>
    </dgm:pt>
    <dgm:pt modelId="{7BC9E5A0-5872-46A2-A295-07B824A46AE4}">
      <dgm:prSet phldrT="[Text]"/>
      <dgm:spPr/>
      <dgm:t>
        <a:bodyPr/>
        <a:lstStyle/>
        <a:p>
          <a:r>
            <a:rPr lang="en-US" dirty="0" smtClean="0"/>
            <a:t>Output Layer</a:t>
          </a:r>
          <a:endParaRPr lang="en-US" dirty="0"/>
        </a:p>
      </dgm:t>
    </dgm:pt>
    <dgm:pt modelId="{66FA72A4-F460-487F-81EC-145F643575AF}" type="parTrans" cxnId="{4AB075B4-7A38-4B58-8F03-F940D2A2F483}">
      <dgm:prSet/>
      <dgm:spPr/>
      <dgm:t>
        <a:bodyPr/>
        <a:lstStyle/>
        <a:p>
          <a:endParaRPr lang="en-US"/>
        </a:p>
      </dgm:t>
    </dgm:pt>
    <dgm:pt modelId="{1DB4ED6E-340A-4F1D-ABDF-8A06E397F543}" type="sibTrans" cxnId="{4AB075B4-7A38-4B58-8F03-F940D2A2F483}">
      <dgm:prSet/>
      <dgm:spPr/>
      <dgm:t>
        <a:bodyPr/>
        <a:lstStyle/>
        <a:p>
          <a:endParaRPr lang="en-US"/>
        </a:p>
      </dgm:t>
    </dgm:pt>
    <dgm:pt modelId="{BE7ADCE7-6EEB-4683-9513-F91CFF631BD4}" type="pres">
      <dgm:prSet presAssocID="{8804FDE7-1C4C-4DC6-8964-0F720842BFB3}" presName="Name0" presStyleCnt="0">
        <dgm:presLayoutVars>
          <dgm:chMax val="7"/>
          <dgm:chPref val="7"/>
          <dgm:dir/>
          <dgm:animLvl val="lvl"/>
        </dgm:presLayoutVars>
      </dgm:prSet>
      <dgm:spPr/>
    </dgm:pt>
    <dgm:pt modelId="{529A071E-4334-4F00-8807-61A3D71DDB20}" type="pres">
      <dgm:prSet presAssocID="{BAA8D66F-C3B2-41E2-B4DF-5FD00FC480B7}" presName="Accent1" presStyleCnt="0"/>
      <dgm:spPr/>
    </dgm:pt>
    <dgm:pt modelId="{F674D15B-753C-41A9-8E99-D908024D7F9A}" type="pres">
      <dgm:prSet presAssocID="{BAA8D66F-C3B2-41E2-B4DF-5FD00FC480B7}" presName="Accent" presStyleLbl="node1" presStyleIdx="0" presStyleCnt="5"/>
      <dgm:spPr/>
    </dgm:pt>
    <dgm:pt modelId="{D34F7F4C-293E-4F57-8EDE-CB17CBCAE99C}" type="pres">
      <dgm:prSet presAssocID="{BAA8D66F-C3B2-41E2-B4DF-5FD00FC480B7}" presName="Parent1" presStyleLbl="revTx" presStyleIdx="0" presStyleCnt="5">
        <dgm:presLayoutVars>
          <dgm:chMax val="1"/>
          <dgm:chPref val="1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11625DC4-2DAD-46D3-9776-D784820857F9}" type="pres">
      <dgm:prSet presAssocID="{5B9E3265-DE6C-40B6-91F8-5BFE20DFC4C1}" presName="Accent2" presStyleCnt="0"/>
      <dgm:spPr/>
    </dgm:pt>
    <dgm:pt modelId="{FAC7A724-D2BD-411C-A27F-786EE8394B25}" type="pres">
      <dgm:prSet presAssocID="{5B9E3265-DE6C-40B6-91F8-5BFE20DFC4C1}" presName="Accent" presStyleLbl="node1" presStyleIdx="1" presStyleCnt="5"/>
      <dgm:spPr/>
    </dgm:pt>
    <dgm:pt modelId="{5F222042-0FFD-42E1-957E-377174D81D7F}" type="pres">
      <dgm:prSet presAssocID="{5B9E3265-DE6C-40B6-91F8-5BFE20DFC4C1}" presName="Parent2" presStyleLbl="revTx" presStyleIdx="1" presStyleCnt="5">
        <dgm:presLayoutVars>
          <dgm:chMax val="1"/>
          <dgm:chPref val="1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693860C4-0F87-4041-ADE7-101D74E424BD}" type="pres">
      <dgm:prSet presAssocID="{E330B6B8-435E-47FC-8731-5E8904732D1A}" presName="Accent3" presStyleCnt="0"/>
      <dgm:spPr/>
    </dgm:pt>
    <dgm:pt modelId="{69881B68-B5A6-4B3A-89F6-1FCF3B8D3A72}" type="pres">
      <dgm:prSet presAssocID="{E330B6B8-435E-47FC-8731-5E8904732D1A}" presName="Accent" presStyleLbl="node1" presStyleIdx="2" presStyleCnt="5"/>
      <dgm:spPr/>
    </dgm:pt>
    <dgm:pt modelId="{C6A29C1F-A32E-49B0-AAD0-893A6C449449}" type="pres">
      <dgm:prSet presAssocID="{E330B6B8-435E-47FC-8731-5E8904732D1A}" presName="Parent3" presStyleLbl="revTx" presStyleIdx="2" presStyleCnt="5">
        <dgm:presLayoutVars>
          <dgm:chMax val="1"/>
          <dgm:chPref val="1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40346232-3531-42F7-8557-6DDC64C08045}" type="pres">
      <dgm:prSet presAssocID="{93602264-969B-4978-AD2B-1D5B2146B68F}" presName="Accent4" presStyleCnt="0"/>
      <dgm:spPr/>
    </dgm:pt>
    <dgm:pt modelId="{1EC101D1-6477-45CB-800E-EA5B0834F823}" type="pres">
      <dgm:prSet presAssocID="{93602264-969B-4978-AD2B-1D5B2146B68F}" presName="Accent" presStyleLbl="node1" presStyleIdx="3" presStyleCnt="5"/>
      <dgm:spPr/>
    </dgm:pt>
    <dgm:pt modelId="{321577F7-2AD4-405B-8936-80F8DA2FC83C}" type="pres">
      <dgm:prSet presAssocID="{93602264-969B-4978-AD2B-1D5B2146B68F}" presName="Parent4" presStyleLbl="revTx" presStyleIdx="3" presStyleCnt="5">
        <dgm:presLayoutVars>
          <dgm:chMax val="1"/>
          <dgm:chPref val="1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2337634E-F4C4-4794-AF4C-1A435C030492}" type="pres">
      <dgm:prSet presAssocID="{7BC9E5A0-5872-46A2-A295-07B824A46AE4}" presName="Accent5" presStyleCnt="0"/>
      <dgm:spPr/>
    </dgm:pt>
    <dgm:pt modelId="{61844425-F517-44C7-A3D1-DAC22969D8BD}" type="pres">
      <dgm:prSet presAssocID="{7BC9E5A0-5872-46A2-A295-07B824A46AE4}" presName="Accent" presStyleLbl="node1" presStyleIdx="4" presStyleCnt="5"/>
      <dgm:spPr/>
    </dgm:pt>
    <dgm:pt modelId="{7E617BC9-FFF7-42D1-8148-82F3BBC0F7B3}" type="pres">
      <dgm:prSet presAssocID="{7BC9E5A0-5872-46A2-A295-07B824A46AE4}" presName="Parent5" presStyleLbl="revTx" presStyleIdx="4" presStyleCnt="5">
        <dgm:presLayoutVars>
          <dgm:chMax val="1"/>
          <dgm:chPref val="1"/>
          <dgm:bulletEnabled val="1"/>
        </dgm:presLayoutVars>
      </dgm:prSet>
      <dgm:spPr/>
      <dgm:t>
        <a:bodyPr/>
        <a:lstStyle/>
        <a:p>
          <a:endParaRPr lang="en-US"/>
        </a:p>
      </dgm:t>
    </dgm:pt>
  </dgm:ptLst>
  <dgm:cxnLst>
    <dgm:cxn modelId="{3D7D9B2E-8C4E-4E3A-B92F-B893C84955EC}" type="presOf" srcId="{7BC9E5A0-5872-46A2-A295-07B824A46AE4}" destId="{7E617BC9-FFF7-42D1-8148-82F3BBC0F7B3}" srcOrd="0" destOrd="0" presId="urn:microsoft.com/office/officeart/2009/layout/CircleArrowProcess"/>
    <dgm:cxn modelId="{23D2ED38-42D2-44AE-873E-6147718C612E}" type="presOf" srcId="{5B9E3265-DE6C-40B6-91F8-5BFE20DFC4C1}" destId="{5F222042-0FFD-42E1-957E-377174D81D7F}" srcOrd="0" destOrd="0" presId="urn:microsoft.com/office/officeart/2009/layout/CircleArrowProcess"/>
    <dgm:cxn modelId="{4AB075B4-7A38-4B58-8F03-F940D2A2F483}" srcId="{8804FDE7-1C4C-4DC6-8964-0F720842BFB3}" destId="{7BC9E5A0-5872-46A2-A295-07B824A46AE4}" srcOrd="4" destOrd="0" parTransId="{66FA72A4-F460-487F-81EC-145F643575AF}" sibTransId="{1DB4ED6E-340A-4F1D-ABDF-8A06E397F543}"/>
    <dgm:cxn modelId="{5DFF137B-3566-4F6C-833F-2546A0BE2630}" srcId="{8804FDE7-1C4C-4DC6-8964-0F720842BFB3}" destId="{93602264-969B-4978-AD2B-1D5B2146B68F}" srcOrd="3" destOrd="0" parTransId="{B9B4576C-0ED5-468A-977A-CF1AC0316602}" sibTransId="{35858B2A-9B08-4621-8FE1-E097001FCFAF}"/>
    <dgm:cxn modelId="{C09A88B2-314C-4718-AD06-59317525E85C}" srcId="{8804FDE7-1C4C-4DC6-8964-0F720842BFB3}" destId="{5B9E3265-DE6C-40B6-91F8-5BFE20DFC4C1}" srcOrd="1" destOrd="0" parTransId="{8BE871A9-1459-4453-8547-18FB84056F65}" sibTransId="{ACBC6263-67D0-4633-AF84-E4942DF8745E}"/>
    <dgm:cxn modelId="{B6C7847E-BFDE-48F9-B7B8-E9CB08D89896}" srcId="{8804FDE7-1C4C-4DC6-8964-0F720842BFB3}" destId="{E330B6B8-435E-47FC-8731-5E8904732D1A}" srcOrd="2" destOrd="0" parTransId="{DE6D9B76-1628-4D89-943F-A31AAFE80865}" sibTransId="{34A027BC-CB90-4EFB-85E9-F84A9684B7DA}"/>
    <dgm:cxn modelId="{A1BB66CE-7675-4788-895C-5894E406CB71}" type="presOf" srcId="{8804FDE7-1C4C-4DC6-8964-0F720842BFB3}" destId="{BE7ADCE7-6EEB-4683-9513-F91CFF631BD4}" srcOrd="0" destOrd="0" presId="urn:microsoft.com/office/officeart/2009/layout/CircleArrowProcess"/>
    <dgm:cxn modelId="{0C2ABD48-DDD9-486F-AE5E-8EC1EEE86A32}" type="presOf" srcId="{E330B6B8-435E-47FC-8731-5E8904732D1A}" destId="{C6A29C1F-A32E-49B0-AAD0-893A6C449449}" srcOrd="0" destOrd="0" presId="urn:microsoft.com/office/officeart/2009/layout/CircleArrowProcess"/>
    <dgm:cxn modelId="{03C03A2F-72FD-4C2A-93C8-F2EA00CF992D}" type="presOf" srcId="{BAA8D66F-C3B2-41E2-B4DF-5FD00FC480B7}" destId="{D34F7F4C-293E-4F57-8EDE-CB17CBCAE99C}" srcOrd="0" destOrd="0" presId="urn:microsoft.com/office/officeart/2009/layout/CircleArrowProcess"/>
    <dgm:cxn modelId="{5F600FE2-31B9-457B-8602-12FBFB075FE9}" srcId="{8804FDE7-1C4C-4DC6-8964-0F720842BFB3}" destId="{BAA8D66F-C3B2-41E2-B4DF-5FD00FC480B7}" srcOrd="0" destOrd="0" parTransId="{A813197D-4A73-4569-9682-27310503DC6E}" sibTransId="{0F678563-BB72-4EED-AF49-3F45EBA738F5}"/>
    <dgm:cxn modelId="{E68FA32C-081F-4A62-8278-9BADD828EF05}" type="presOf" srcId="{93602264-969B-4978-AD2B-1D5B2146B68F}" destId="{321577F7-2AD4-405B-8936-80F8DA2FC83C}" srcOrd="0" destOrd="0" presId="urn:microsoft.com/office/officeart/2009/layout/CircleArrowProcess"/>
    <dgm:cxn modelId="{E07B520A-B630-4AAC-B754-B21368CF7397}" type="presParOf" srcId="{BE7ADCE7-6EEB-4683-9513-F91CFF631BD4}" destId="{529A071E-4334-4F00-8807-61A3D71DDB20}" srcOrd="0" destOrd="0" presId="urn:microsoft.com/office/officeart/2009/layout/CircleArrowProcess"/>
    <dgm:cxn modelId="{1523890C-F3CC-4727-94F9-3E403716BBC9}" type="presParOf" srcId="{529A071E-4334-4F00-8807-61A3D71DDB20}" destId="{F674D15B-753C-41A9-8E99-D908024D7F9A}" srcOrd="0" destOrd="0" presId="urn:microsoft.com/office/officeart/2009/layout/CircleArrowProcess"/>
    <dgm:cxn modelId="{14B94985-8A83-43C4-BE38-4B40F5053D2D}" type="presParOf" srcId="{BE7ADCE7-6EEB-4683-9513-F91CFF631BD4}" destId="{D34F7F4C-293E-4F57-8EDE-CB17CBCAE99C}" srcOrd="1" destOrd="0" presId="urn:microsoft.com/office/officeart/2009/layout/CircleArrowProcess"/>
    <dgm:cxn modelId="{27C81BF3-9378-4B30-98D5-0782A46933E2}" type="presParOf" srcId="{BE7ADCE7-6EEB-4683-9513-F91CFF631BD4}" destId="{11625DC4-2DAD-46D3-9776-D784820857F9}" srcOrd="2" destOrd="0" presId="urn:microsoft.com/office/officeart/2009/layout/CircleArrowProcess"/>
    <dgm:cxn modelId="{02A17C58-2C70-461E-AE26-7BABC83847A6}" type="presParOf" srcId="{11625DC4-2DAD-46D3-9776-D784820857F9}" destId="{FAC7A724-D2BD-411C-A27F-786EE8394B25}" srcOrd="0" destOrd="0" presId="urn:microsoft.com/office/officeart/2009/layout/CircleArrowProcess"/>
    <dgm:cxn modelId="{75BE3379-1E09-4820-851F-EB5E7B576AC1}" type="presParOf" srcId="{BE7ADCE7-6EEB-4683-9513-F91CFF631BD4}" destId="{5F222042-0FFD-42E1-957E-377174D81D7F}" srcOrd="3" destOrd="0" presId="urn:microsoft.com/office/officeart/2009/layout/CircleArrowProcess"/>
    <dgm:cxn modelId="{78A28D63-A51D-450A-A725-BAF98A363E05}" type="presParOf" srcId="{BE7ADCE7-6EEB-4683-9513-F91CFF631BD4}" destId="{693860C4-0F87-4041-ADE7-101D74E424BD}" srcOrd="4" destOrd="0" presId="urn:microsoft.com/office/officeart/2009/layout/CircleArrowProcess"/>
    <dgm:cxn modelId="{0B332A42-B4B2-4F9B-B7DD-8164C54382A2}" type="presParOf" srcId="{693860C4-0F87-4041-ADE7-101D74E424BD}" destId="{69881B68-B5A6-4B3A-89F6-1FCF3B8D3A72}" srcOrd="0" destOrd="0" presId="urn:microsoft.com/office/officeart/2009/layout/CircleArrowProcess"/>
    <dgm:cxn modelId="{D70541D7-CD7A-4977-9CE5-0B4D48D80E61}" type="presParOf" srcId="{BE7ADCE7-6EEB-4683-9513-F91CFF631BD4}" destId="{C6A29C1F-A32E-49B0-AAD0-893A6C449449}" srcOrd="5" destOrd="0" presId="urn:microsoft.com/office/officeart/2009/layout/CircleArrowProcess"/>
    <dgm:cxn modelId="{B86A8713-B2F8-4859-AC10-5226EACA308F}" type="presParOf" srcId="{BE7ADCE7-6EEB-4683-9513-F91CFF631BD4}" destId="{40346232-3531-42F7-8557-6DDC64C08045}" srcOrd="6" destOrd="0" presId="urn:microsoft.com/office/officeart/2009/layout/CircleArrowProcess"/>
    <dgm:cxn modelId="{0EC01438-E2E6-44FE-AAB3-2C7C82010852}" type="presParOf" srcId="{40346232-3531-42F7-8557-6DDC64C08045}" destId="{1EC101D1-6477-45CB-800E-EA5B0834F823}" srcOrd="0" destOrd="0" presId="urn:microsoft.com/office/officeart/2009/layout/CircleArrowProcess"/>
    <dgm:cxn modelId="{6497A4B3-BA8D-40A8-96D3-83ABF84C423B}" type="presParOf" srcId="{BE7ADCE7-6EEB-4683-9513-F91CFF631BD4}" destId="{321577F7-2AD4-405B-8936-80F8DA2FC83C}" srcOrd="7" destOrd="0" presId="urn:microsoft.com/office/officeart/2009/layout/CircleArrowProcess"/>
    <dgm:cxn modelId="{89B8A37A-2D49-4FE3-999A-96E88F9A445E}" type="presParOf" srcId="{BE7ADCE7-6EEB-4683-9513-F91CFF631BD4}" destId="{2337634E-F4C4-4794-AF4C-1A435C030492}" srcOrd="8" destOrd="0" presId="urn:microsoft.com/office/officeart/2009/layout/CircleArrowProcess"/>
    <dgm:cxn modelId="{CB70C063-939E-4704-BA27-41654AB74FB0}" type="presParOf" srcId="{2337634E-F4C4-4794-AF4C-1A435C030492}" destId="{61844425-F517-44C7-A3D1-DAC22969D8BD}" srcOrd="0" destOrd="0" presId="urn:microsoft.com/office/officeart/2009/layout/CircleArrowProcess"/>
    <dgm:cxn modelId="{E6C9AD1E-8E0B-4E21-B0D1-3AEAF463A74E}" type="presParOf" srcId="{BE7ADCE7-6EEB-4683-9513-F91CFF631BD4}" destId="{7E617BC9-FFF7-42D1-8148-82F3BBC0F7B3}" srcOrd="9" destOrd="0" presId="urn:microsoft.com/office/officeart/2009/layout/CircleArrowProcess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674D15B-753C-41A9-8E99-D908024D7F9A}">
      <dsp:nvSpPr>
        <dsp:cNvPr id="0" name=""/>
        <dsp:cNvSpPr/>
      </dsp:nvSpPr>
      <dsp:spPr>
        <a:xfrm>
          <a:off x="1145705" y="0"/>
          <a:ext cx="1634479" cy="1634561"/>
        </a:xfrm>
        <a:prstGeom prst="circularArrow">
          <a:avLst>
            <a:gd name="adj1" fmla="val 10980"/>
            <a:gd name="adj2" fmla="val 1142322"/>
            <a:gd name="adj3" fmla="val 4500000"/>
            <a:gd name="adj4" fmla="val 10800000"/>
            <a:gd name="adj5" fmla="val 125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/>
          <a:lightRig rig="chilly" dir="t"/>
        </a:scene3d>
        <a:sp3d prstMaterial="translucentPowder">
          <a:bevelT w="127000" h="25400" prst="softRound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34F7F4C-293E-4F57-8EDE-CB17CBCAE99C}">
      <dsp:nvSpPr>
        <dsp:cNvPr id="0" name=""/>
        <dsp:cNvSpPr/>
      </dsp:nvSpPr>
      <dsp:spPr>
        <a:xfrm>
          <a:off x="1506572" y="591987"/>
          <a:ext cx="912132" cy="45586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20" tIns="7620" rIns="7620" bIns="7620" numCol="1" spcCol="1270" anchor="ctr" anchorCtr="0">
          <a:noAutofit/>
        </a:bodyPr>
        <a:lstStyle/>
        <a:p>
          <a:pPr lvl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200" kern="1200" dirty="0" smtClean="0"/>
            <a:t>Convolutional Layer</a:t>
          </a:r>
          <a:endParaRPr lang="en-US" sz="1200" kern="1200" dirty="0"/>
        </a:p>
      </dsp:txBody>
      <dsp:txXfrm>
        <a:off x="1506572" y="591987"/>
        <a:ext cx="912132" cy="455862"/>
      </dsp:txXfrm>
    </dsp:sp>
    <dsp:sp modelId="{FAC7A724-D2BD-411C-A27F-786EE8394B25}">
      <dsp:nvSpPr>
        <dsp:cNvPr id="0" name=""/>
        <dsp:cNvSpPr/>
      </dsp:nvSpPr>
      <dsp:spPr>
        <a:xfrm>
          <a:off x="691632" y="939160"/>
          <a:ext cx="1634479" cy="1634561"/>
        </a:xfrm>
        <a:prstGeom prst="leftCircularArrow">
          <a:avLst>
            <a:gd name="adj1" fmla="val 10980"/>
            <a:gd name="adj2" fmla="val 1142322"/>
            <a:gd name="adj3" fmla="val 6300000"/>
            <a:gd name="adj4" fmla="val 18900000"/>
            <a:gd name="adj5" fmla="val 125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/>
          <a:lightRig rig="chilly" dir="t"/>
        </a:scene3d>
        <a:sp3d prstMaterial="translucentPowder">
          <a:bevelT w="127000" h="25400" prst="softRound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F222042-0FFD-42E1-957E-377174D81D7F}">
      <dsp:nvSpPr>
        <dsp:cNvPr id="0" name=""/>
        <dsp:cNvSpPr/>
      </dsp:nvSpPr>
      <dsp:spPr>
        <a:xfrm>
          <a:off x="1050659" y="1533259"/>
          <a:ext cx="912132" cy="45586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20" tIns="7620" rIns="7620" bIns="7620" numCol="1" spcCol="1270" anchor="ctr" anchorCtr="0">
          <a:noAutofit/>
        </a:bodyPr>
        <a:lstStyle/>
        <a:p>
          <a:pPr lvl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200" kern="1200" dirty="0" smtClean="0"/>
            <a:t>Pooling Layer</a:t>
          </a:r>
          <a:endParaRPr lang="en-US" sz="1200" kern="1200" dirty="0"/>
        </a:p>
      </dsp:txBody>
      <dsp:txXfrm>
        <a:off x="1050659" y="1533259"/>
        <a:ext cx="912132" cy="455862"/>
      </dsp:txXfrm>
    </dsp:sp>
    <dsp:sp modelId="{69881B68-B5A6-4B3A-89F6-1FCF3B8D3A72}">
      <dsp:nvSpPr>
        <dsp:cNvPr id="0" name=""/>
        <dsp:cNvSpPr/>
      </dsp:nvSpPr>
      <dsp:spPr>
        <a:xfrm>
          <a:off x="1145705" y="1882542"/>
          <a:ext cx="1634479" cy="1634561"/>
        </a:xfrm>
        <a:prstGeom prst="circularArrow">
          <a:avLst>
            <a:gd name="adj1" fmla="val 10980"/>
            <a:gd name="adj2" fmla="val 1142322"/>
            <a:gd name="adj3" fmla="val 4500000"/>
            <a:gd name="adj4" fmla="val 13500000"/>
            <a:gd name="adj5" fmla="val 125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/>
          <a:lightRig rig="chilly" dir="t"/>
        </a:scene3d>
        <a:sp3d prstMaterial="translucentPowder">
          <a:bevelT w="127000" h="25400" prst="softRound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6A29C1F-A32E-49B0-AAD0-893A6C449449}">
      <dsp:nvSpPr>
        <dsp:cNvPr id="0" name=""/>
        <dsp:cNvSpPr/>
      </dsp:nvSpPr>
      <dsp:spPr>
        <a:xfrm>
          <a:off x="1506572" y="2474002"/>
          <a:ext cx="912132" cy="45586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20" tIns="7620" rIns="7620" bIns="7620" numCol="1" spcCol="1270" anchor="ctr" anchorCtr="0">
          <a:noAutofit/>
        </a:bodyPr>
        <a:lstStyle/>
        <a:p>
          <a:pPr lvl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200" kern="1200" dirty="0" smtClean="0"/>
            <a:t>Flatten Layer</a:t>
          </a:r>
          <a:endParaRPr lang="en-US" sz="1200" kern="1200" dirty="0"/>
        </a:p>
      </dsp:txBody>
      <dsp:txXfrm>
        <a:off x="1506572" y="2474002"/>
        <a:ext cx="912132" cy="455862"/>
      </dsp:txXfrm>
    </dsp:sp>
    <dsp:sp modelId="{1EC101D1-6477-45CB-800E-EA5B0834F823}">
      <dsp:nvSpPr>
        <dsp:cNvPr id="0" name=""/>
        <dsp:cNvSpPr/>
      </dsp:nvSpPr>
      <dsp:spPr>
        <a:xfrm>
          <a:off x="691632" y="2823286"/>
          <a:ext cx="1634479" cy="1634561"/>
        </a:xfrm>
        <a:prstGeom prst="leftCircularArrow">
          <a:avLst>
            <a:gd name="adj1" fmla="val 10980"/>
            <a:gd name="adj2" fmla="val 1142322"/>
            <a:gd name="adj3" fmla="val 6300000"/>
            <a:gd name="adj4" fmla="val 18900000"/>
            <a:gd name="adj5" fmla="val 1250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/>
          <a:lightRig rig="chilly" dir="t"/>
        </a:scene3d>
        <a:sp3d prstMaterial="translucentPowder">
          <a:bevelT w="127000" h="25400" prst="softRound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21577F7-2AD4-405B-8936-80F8DA2FC83C}">
      <dsp:nvSpPr>
        <dsp:cNvPr id="0" name=""/>
        <dsp:cNvSpPr/>
      </dsp:nvSpPr>
      <dsp:spPr>
        <a:xfrm>
          <a:off x="1050659" y="3415273"/>
          <a:ext cx="912132" cy="45586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20" tIns="7620" rIns="7620" bIns="7620" numCol="1" spcCol="1270" anchor="ctr" anchorCtr="0">
          <a:noAutofit/>
        </a:bodyPr>
        <a:lstStyle/>
        <a:p>
          <a:pPr lvl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200" kern="1200" dirty="0" smtClean="0"/>
            <a:t>Connected Layer</a:t>
          </a:r>
          <a:endParaRPr lang="en-US" sz="1200" kern="1200" dirty="0"/>
        </a:p>
      </dsp:txBody>
      <dsp:txXfrm>
        <a:off x="1050659" y="3415273"/>
        <a:ext cx="912132" cy="455862"/>
      </dsp:txXfrm>
    </dsp:sp>
    <dsp:sp modelId="{61844425-F517-44C7-A3D1-DAC22969D8BD}">
      <dsp:nvSpPr>
        <dsp:cNvPr id="0" name=""/>
        <dsp:cNvSpPr/>
      </dsp:nvSpPr>
      <dsp:spPr>
        <a:xfrm>
          <a:off x="1261906" y="3871136"/>
          <a:ext cx="1404223" cy="1405047"/>
        </a:xfrm>
        <a:prstGeom prst="blockArc">
          <a:avLst>
            <a:gd name="adj1" fmla="val 13500000"/>
            <a:gd name="adj2" fmla="val 10800000"/>
            <a:gd name="adj3" fmla="val 12740"/>
          </a:avLst>
        </a:prstGeom>
        <a:solidFill>
          <a:schemeClr val="accent6"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/>
          <a:lightRig rig="chilly" dir="t"/>
        </a:scene3d>
        <a:sp3d prstMaterial="translucentPowder">
          <a:bevelT w="127000" h="25400" prst="softRound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E617BC9-FFF7-42D1-8148-82F3BBC0F7B3}">
      <dsp:nvSpPr>
        <dsp:cNvPr id="0" name=""/>
        <dsp:cNvSpPr/>
      </dsp:nvSpPr>
      <dsp:spPr>
        <a:xfrm>
          <a:off x="1506572" y="4356545"/>
          <a:ext cx="912132" cy="45586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20" tIns="7620" rIns="7620" bIns="7620" numCol="1" spcCol="1270" anchor="ctr" anchorCtr="0">
          <a:noAutofit/>
        </a:bodyPr>
        <a:lstStyle/>
        <a:p>
          <a:pPr lvl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200" kern="1200" dirty="0" smtClean="0"/>
            <a:t>Output Layer</a:t>
          </a:r>
          <a:endParaRPr lang="en-US" sz="1200" kern="1200" dirty="0"/>
        </a:p>
      </dsp:txBody>
      <dsp:txXfrm>
        <a:off x="1506572" y="4356545"/>
        <a:ext cx="912132" cy="455862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9/layout/CircleArrowProcess">
  <dgm:title val=""/>
  <dgm:desc val=""/>
  <dgm:catLst>
    <dgm:cat type="process" pri="16500"/>
    <dgm:cat type="cycle" pri="16000"/>
  </dgm:catLst>
  <dgm:samp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</dgm:ptLst>
      <dgm:cxnLst>
        <dgm:cxn modelId="40" srcId="0" destId="10" srcOrd="0" destOrd="0"/>
        <dgm:cxn modelId="50" srcId="0" destId="20" srcOrd="1" destOrd="0"/>
        <dgm:cxn modelId="60" srcId="0" destId="30" srcOrd="2" destOrd="0"/>
      </dgm:cxnLst>
      <dgm:bg/>
      <dgm:whole/>
    </dgm:dataModel>
  </dgm:sampData>
  <dgm:styleData>
    <dgm:dataModel>
      <dgm:ptLst>
        <dgm:pt modelId="0" type="doc"/>
        <dgm:pt modelId="10">
          <dgm:prSet phldr="1"/>
        </dgm:pt>
        <dgm:pt modelId="20">
          <dgm:prSet phldr="1"/>
        </dgm:pt>
      </dgm:ptLst>
      <dgm:cxnLst>
        <dgm:cxn modelId="30" srcId="0" destId="10" srcOrd="0" destOrd="0"/>
        <dgm:cxn modelId="40" srcId="0" destId="20" srcOrd="1" destOrd="0"/>
      </dgm:cxnLst>
      <dgm:bg/>
      <dgm:whole/>
    </dgm:dataModel>
  </dgm:styleData>
  <dgm:clr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  <dgm:pt modelId="40">
          <dgm:prSet phldr="1"/>
        </dgm:pt>
      </dgm:ptLst>
      <dgm:cxnLst>
        <dgm:cxn modelId="50" srcId="0" destId="10" srcOrd="0" destOrd="0"/>
        <dgm:cxn modelId="60" srcId="0" destId="20" srcOrd="1" destOrd="0"/>
        <dgm:cxn modelId="70" srcId="0" destId="30" srcOrd="2" destOrd="0"/>
        <dgm:cxn modelId="80" srcId="0" destId="40" srcOrd="3" destOrd="0"/>
      </dgm:cxnLst>
      <dgm:bg/>
      <dgm:whole/>
    </dgm:dataModel>
  </dgm:clrData>
  <dgm:layoutNode name="Name0">
    <dgm:varLst>
      <dgm:chMax val="7"/>
      <dgm:chPref val="7"/>
      <dgm:dir/>
      <dgm:animLvl val="lvl"/>
    </dgm:varLst>
    <dgm:shape xmlns:r="http://schemas.openxmlformats.org/officeDocument/2006/relationships" r:blip="">
      <dgm:adjLst/>
    </dgm:shape>
    <dgm:choose name="Name1">
      <dgm:if name="Name2" func="var" arg="dir" op="equ" val="norm">
        <dgm:choose name="Name3">
          <dgm:if name="Name4" axis="ch" ptType="node" func="cnt" op="equ" val="1">
            <dgm:alg type="composite">
              <dgm:param type="ar" val="1.5999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l" for="ch" forName="Child1" refType="w" fact="0.625"/>
              <dgm:constr type="t" for="ch" forName="Child1" refType="h" fact="0.2981"/>
              <dgm:constr type="w" for="ch" forName="Child1" refType="w" fact="0.375"/>
              <dgm:constr type="h" for="ch" forName="Child1" refType="h" fact="0.4001"/>
              <dgm:constr type="l" for="ch" forName="Accent1" refType="w" fact="0"/>
              <dgm:constr type="t" for="ch" forName="Accent1" refType="h" fact="0"/>
              <dgm:constr type="w" for="ch" forName="Accent1" refType="w" fact="0.6249"/>
              <dgm:constr type="h" for="ch" forName="Accent1" refType="h"/>
              <dgm:constr type="l" for="ch" forName="Parent1" refType="w" fact="0.138"/>
              <dgm:constr type="t" for="ch" forName="Parent1" refType="h" fact="0.362"/>
              <dgm:constr type="w" for="ch" forName="Parent1" refType="w" fact="0.3487"/>
              <dgm:constr type="h" for="ch" forName="Parent1" refType="h" fact="0.2789"/>
            </dgm:constrLst>
          </dgm:if>
          <dgm:if name="Name5" axis="ch" ptType="node" func="cnt" op="equ" val="2">
            <dgm:alg type="composite">
              <dgm:param type="ar" val="1.2026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Parent2" refType="primFontSz" refFor="des" refForName="Parent1" op="equ"/>
              <dgm:constr type="primFontSz" for="des" forName="Child2" refType="primFontSz" refFor="des" refForName="Child1" op="equ"/>
              <dgm:constr type="l" for="ch" forName="Accent1" refType="w" fact="0.1144"/>
              <dgm:constr type="t" for="ch" forName="Accent1" refType="h" fact="0"/>
              <dgm:constr type="w" for="ch" forName="Accent1" refType="w" fact="0.5542"/>
              <dgm:constr type="h" for="ch" forName="Accent1" refType="h" fact="0.6665"/>
              <dgm:constr type="l" for="ch" forName="Parent1" refType="w" fact="0.2368"/>
              <dgm:constr type="t" for="ch" forName="Parent1" refType="h" fact="0.2413"/>
              <dgm:constr type="w" for="ch" forName="Parent1" refType="w" fact="0.3092"/>
              <dgm:constr type="h" for="ch" forName="Parent1" refType="h" fact="0.1859"/>
              <dgm:constr type="l" for="ch" forName="Parent2" refType="w" fact="0.0822"/>
              <dgm:constr type="t" for="ch" forName="Parent2" refType="h" fact="0.625"/>
              <dgm:constr type="w" for="ch" forName="Parent2" refType="w" fact="0.3092"/>
              <dgm:constr type="h" for="ch" forName="Parent2" refType="h" fact="0.1859"/>
              <dgm:constr type="l" for="ch" forName="Child1" refType="w" fact="0.6678"/>
              <dgm:constr type="t" for="ch" forName="Child1" refType="h" fact="0.1978"/>
              <dgm:constr type="w" for="ch" forName="Child1" refType="w" fact="0.3322"/>
              <dgm:constr type="h" for="ch" forName="Child1" refType="h" fact="0.265"/>
              <dgm:constr type="l" for="ch" forName="Child2" refType="w" fact="0.5164"/>
              <dgm:constr type="t" for="ch" forName="Child2" refType="h" fact="0.5855"/>
              <dgm:constr type="w" for="ch" forName="Child2" refType="w" fact="0.3322"/>
              <dgm:constr type="h" for="ch" forName="Child2" refType="h" fact="0.265"/>
              <dgm:constr type="l" for="ch" forName="Accent2" refType="w" fact="0"/>
              <dgm:constr type="t" for="ch" forName="Accent2" refType="h" fact="0.4272"/>
              <dgm:constr type="w" for="ch" forName="Accent2" refType="w" fact="0.4761"/>
              <dgm:constr type="h" for="ch" forName="Accent2" refType="h" fact="0.5728"/>
            </dgm:constrLst>
          </dgm:if>
          <dgm:if name="Name6" axis="ch" ptType="node" func="cnt" op="equ" val="3">
            <dgm:alg type="composite">
              <dgm:param type="ar" val="0.9039"/>
            </dgm:alg>
            <dgm:shape xmlns:r="http://schemas.openxmlformats.org/officeDocument/2006/relationships" r:blip="">
              <dgm:adjLst/>
            </dgm:shape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l" for="ch" forName="Accent1" refType="w" fact="0.1479"/>
              <dgm:constr type="t" for="ch" forName="Accent1" refType="h" fact="0"/>
              <dgm:constr type="w" for="ch" forName="Accent1" refType="w" fact="0.5325"/>
              <dgm:constr type="h" for="ch" forName="Accent1" refType="h" fact="0.4814"/>
              <dgm:constr type="l" for="ch" forName="Accent2" refType="w" fact="0"/>
              <dgm:constr type="t" for="ch" forName="Accent2" refType="h" fact="0.2766"/>
              <dgm:constr type="w" for="ch" forName="Accent2" refType="w" fact="0.5325"/>
              <dgm:constr type="h" for="ch" forName="Accent2" refType="h" fact="0.4814"/>
              <dgm:constr type="l" for="ch" forName="Parent1" refType="w" fact="0.2656"/>
              <dgm:constr type="t" for="ch" forName="Parent1" refType="h" fact="0.1738"/>
              <dgm:constr type="w" for="ch" forName="Parent1" refType="w" fact="0.2959"/>
              <dgm:constr type="h" for="ch" forName="Parent1" refType="h" fact="0.1337"/>
              <dgm:constr type="l" for="ch" forName="Accent3" refType="w" fact="0.1858"/>
              <dgm:constr type="t" for="ch" forName="Accent3" refType="h" fact="0.5863"/>
              <dgm:constr type="w" for="ch" forName="Accent3" refType="w" fact="0.4575"/>
              <dgm:constr type="h" for="ch" forName="Accent3" refType="h" fact="0.4137"/>
              <dgm:constr type="l" for="ch" forName="Parent2" refType="w" fact="0.1183"/>
              <dgm:constr type="t" for="ch" forName="Parent2" refType="h" fact="0.452"/>
              <dgm:constr type="w" for="ch" forName="Parent2" refType="w" fact="0.2959"/>
              <dgm:constr type="h" for="ch" forName="Parent2" refType="h" fact="0.1337"/>
              <dgm:constr type="l" for="ch" forName="Parent3" refType="w" fact="0.2663"/>
              <dgm:constr type="t" for="ch" forName="Parent3" refType="h" fact="0.7306"/>
              <dgm:constr type="w" for="ch" forName="Parent3" refType="w" fact="0.2959"/>
              <dgm:constr type="h" for="ch" forName="Parent3" refType="h" fact="0.1337"/>
              <dgm:constr type="l" for="ch" forName="Child2" refType="w" fact="0.5325"/>
              <dgm:constr type="t" for="ch" forName="Child2" refType="h" fact="0.4217"/>
              <dgm:constr type="w" for="ch" forName="Child2" refType="w" fact="0.3195"/>
              <dgm:constr type="h" for="ch" forName="Child2" refType="h" fact="0.1926"/>
              <dgm:constr type="l" for="ch" forName="Child1" refType="w" fact="0.6805"/>
              <dgm:constr type="t" for="ch" forName="Child1" refType="h" fact="0.1435"/>
              <dgm:constr type="w" for="ch" forName="Child1" refType="w" fact="0.3195"/>
              <dgm:constr type="h" for="ch" forName="Child1" refType="h" fact="0.1926"/>
              <dgm:constr type="l" for="ch" forName="Child3" refType="w" fact="0.6805"/>
              <dgm:constr type="t" for="ch" forName="Child3" refType="h" fact="0.6998"/>
              <dgm:constr type="w" for="ch" forName="Child3" refType="w" fact="0.3195"/>
              <dgm:constr type="h" for="ch" forName="Child3" refType="h" fact="0.1926"/>
            </dgm:constrLst>
          </dgm:if>
          <dgm:if name="Name7" axis="ch" ptType="node" func="cnt" op="equ" val="4">
            <dgm:alg type="composite">
              <dgm:param type="ar" val="0.7073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l" for="ch" forName="Accent1" refType="w" fact="0.1481"/>
              <dgm:constr type="t" for="ch" forName="Accent1" refType="h" fact="0"/>
              <dgm:constr type="w" for="ch" forName="Accent1" refType="w" fact="0.5331"/>
              <dgm:constr type="h" for="ch" forName="Accent1" refType="h" fact="0.3771"/>
              <dgm:constr type="l" for="ch" forName="Accent2" refType="w" fact="0"/>
              <dgm:constr type="t" for="ch" forName="Accent2" refType="h" fact="0.2167"/>
              <dgm:constr type="w" for="ch" forName="Accent2" refType="w" fact="0.5331"/>
              <dgm:constr type="h" for="ch" forName="Accent2" refType="h" fact="0.3771"/>
              <dgm:constr type="l" for="ch" forName="Accent3" refType="w" fact="0.1481"/>
              <dgm:constr type="t" for="ch" forName="Accent3" refType="h" fact="0.4342"/>
              <dgm:constr type="w" for="ch" forName="Accent3" refType="w" fact="0.5331"/>
              <dgm:constr type="h" for="ch" forName="Accent3" refType="h" fact="0.3771"/>
              <dgm:constr type="l" for="ch" forName="Parent1" refType="w" fact="0.2658"/>
              <dgm:constr type="t" for="ch" forName="Parent1" refType="h" fact="0.1365"/>
              <dgm:constr type="w" for="ch" forName="Parent1" refType="w" fact="0.2975"/>
              <dgm:constr type="h" for="ch" forName="Parent1" refType="h" fact="0.1052"/>
              <dgm:constr type="l" for="ch" forName="Parent2" refType="w" fact="0.1171"/>
              <dgm:constr type="t" for="ch" forName="Parent2" refType="h" fact="0.3536"/>
              <dgm:constr type="w" for="ch" forName="Parent2" refType="w" fact="0.2975"/>
              <dgm:constr type="h" for="ch" forName="Parent2" refType="h" fact="0.1052"/>
              <dgm:constr type="l" for="ch" forName="Parent3" refType="w" fact="0.2658"/>
              <dgm:constr type="t" for="ch" forName="Parent3" refType="h" fact="0.5707"/>
              <dgm:constr type="w" for="ch" forName="Parent3" refType="w" fact="0.2975"/>
              <dgm:constr type="h" for="ch" forName="Parent3" refType="h" fact="0.1052"/>
              <dgm:constr type="l" for="ch" forName="Parent4" refType="w" fact="0.1171"/>
              <dgm:constr type="t" for="ch" forName="Parent4" refType="h" fact="0.7878"/>
              <dgm:constr type="w" for="ch" forName="Parent4" refType="w" fact="0.2975"/>
              <dgm:constr type="h" for="ch" forName="Parent4" refType="h" fact="0.1052"/>
              <dgm:constr type="l" for="ch" forName="Child1" refType="w" fact="0.6804"/>
              <dgm:constr type="t" for="ch" forName="Child1" refType="h" fact="0.1119"/>
              <dgm:constr type="w" for="ch" forName="Child1" refType="w" fact="0.3196"/>
              <dgm:constr type="h" for="ch" forName="Child1" refType="h" fact="0.15"/>
              <dgm:constr type="l" for="ch" forName="Child2" refType="w" fact="0.5348"/>
              <dgm:constr type="t" for="ch" forName="Child2" refType="h" fact="0.3312"/>
              <dgm:constr type="w" for="ch" forName="Child2" refType="w" fact="0.3196"/>
              <dgm:constr type="h" for="ch" forName="Child2" refType="h" fact="0.15"/>
              <dgm:constr type="l" for="ch" forName="Child3" refType="w" fact="0.6804"/>
              <dgm:constr type="t" for="ch" forName="Child3" refType="h" fact="0.5461"/>
              <dgm:constr type="w" for="ch" forName="Child3" refType="w" fact="0.3196"/>
              <dgm:constr type="h" for="ch" forName="Child3" refType="h" fact="0.15"/>
              <dgm:constr type="l" for="ch" forName="Child4" refType="w" fact="0.5348"/>
              <dgm:constr type="t" for="ch" forName="Child4" refType="h" fact="0.7632"/>
              <dgm:constr type="w" for="ch" forName="Child4" refType="w" fact="0.3196"/>
              <dgm:constr type="h" for="ch" forName="Child4" refType="h" fact="0.15"/>
              <dgm:constr type="l" for="ch" forName="Accent4" refType="w" fact="0.038"/>
              <dgm:constr type="t" for="ch" forName="Accent4" refType="h" fact="0.6759"/>
              <dgm:constr type="w" for="ch" forName="Accent4" refType="w" fact="0.458"/>
              <dgm:constr type="h" for="ch" forName="Accent4" refType="h" fact="0.3241"/>
            </dgm:constrLst>
          </dgm:if>
          <dgm:if name="Name8" axis="ch" ptType="node" func="cnt" op="equ" val="5">
            <dgm:alg type="composite">
              <dgm:param type="ar" val="0.5811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l" for="ch" forName="Accent1" refType="w" fact="0.1481"/>
              <dgm:constr type="t" for="ch" forName="Accent1" refType="h" fact="0"/>
              <dgm:constr type="w" for="ch" forName="Accent1" refType="w" fact="0.5331"/>
              <dgm:constr type="h" for="ch" forName="Accent1" refType="h" fact="0.3098"/>
              <dgm:constr type="l" for="ch" forName="Accent2" refType="w" fact="0"/>
              <dgm:constr type="t" for="ch" forName="Accent2" refType="h" fact="0.178"/>
              <dgm:constr type="w" for="ch" forName="Accent2" refType="w" fact="0.5331"/>
              <dgm:constr type="h" for="ch" forName="Accent2" refType="h" fact="0.3098"/>
              <dgm:constr type="l" for="ch" forName="Accent3" refType="w" fact="0.1481"/>
              <dgm:constr type="t" for="ch" forName="Accent3" refType="h" fact="0.3568"/>
              <dgm:constr type="w" for="ch" forName="Accent3" refType="w" fact="0.5331"/>
              <dgm:constr type="h" for="ch" forName="Accent3" refType="h" fact="0.3098"/>
              <dgm:constr type="l" for="ch" forName="Accent4" refType="w" fact="0"/>
              <dgm:constr type="t" for="ch" forName="Accent4" refType="h" fact="0.5351"/>
              <dgm:constr type="w" for="ch" forName="Accent4" refType="w" fact="0.5331"/>
              <dgm:constr type="h" for="ch" forName="Accent4" refType="h" fact="0.3098"/>
              <dgm:constr type="l" for="ch" forName="Accent5" refType="w" fact="0.186"/>
              <dgm:constr type="t" for="ch" forName="Accent5" refType="h" fact="0.7337"/>
              <dgm:constr type="w" for="ch" forName="Accent5" refType="w" fact="0.458"/>
              <dgm:constr type="h" for="ch" forName="Accent5" refType="h" fact="0.2663"/>
              <dgm:constr type="l" for="ch" forName="Parent1" refType="w" fact="0.2658"/>
              <dgm:constr type="t" for="ch" forName="Parent1" refType="h" fact="0.1122"/>
              <dgm:constr type="w" for="ch" forName="Parent1" refType="w" fact="0.2975"/>
              <dgm:constr type="h" for="ch" forName="Parent1" refType="h" fact="0.0864"/>
              <dgm:constr type="l" for="ch" forName="Parent2" refType="w" fact="0.1171"/>
              <dgm:constr type="t" for="ch" forName="Parent2" refType="h" fact="0.2906"/>
              <dgm:constr type="w" for="ch" forName="Parent2" refType="w" fact="0.2975"/>
              <dgm:constr type="h" for="ch" forName="Parent2" refType="h" fact="0.0864"/>
              <dgm:constr type="l" for="ch" forName="Parent3" refType="w" fact="0.2658"/>
              <dgm:constr type="t" for="ch" forName="Parent3" refType="h" fact="0.4689"/>
              <dgm:constr type="w" for="ch" forName="Parent3" refType="w" fact="0.2975"/>
              <dgm:constr type="h" for="ch" forName="Parent3" refType="h" fact="0.0864"/>
              <dgm:constr type="l" for="ch" forName="Parent4" refType="w" fact="0.1171"/>
              <dgm:constr type="t" for="ch" forName="Parent4" refType="h" fact="0.6473"/>
              <dgm:constr type="w" for="ch" forName="Parent4" refType="w" fact="0.2975"/>
              <dgm:constr type="h" for="ch" forName="Parent4" refType="h" fact="0.0864"/>
              <dgm:constr type="l" for="ch" forName="Parent5" refType="w" fact="0.2658"/>
              <dgm:constr type="t" for="ch" forName="Parent5" refType="h" fact="0.8257"/>
              <dgm:constr type="w" for="ch" forName="Parent5" refType="w" fact="0.2975"/>
              <dgm:constr type="h" for="ch" forName="Parent5" refType="h" fact="0.0864"/>
              <dgm:constr type="l" for="ch" forName="Child1" refType="w" fact="0.6804"/>
              <dgm:constr type="t" for="ch" forName="Child1" refType="h" fact="0.0919"/>
              <dgm:constr type="w" for="ch" forName="Child1" refType="w" fact="0.3196"/>
              <dgm:constr type="h" for="ch" forName="Child1" refType="h" fact="0.1232"/>
              <dgm:constr type="l" for="ch" forName="Child2" refType="w" fact="0.5348"/>
              <dgm:constr type="t" for="ch" forName="Child2" refType="h" fact="0.2722"/>
              <dgm:constr type="w" for="ch" forName="Child2" refType="w" fact="0.3196"/>
              <dgm:constr type="h" for="ch" forName="Child2" refType="h" fact="0.1232"/>
              <dgm:constr type="l" for="ch" forName="Child3" refType="w" fact="0.6804"/>
              <dgm:constr type="t" for="ch" forName="Child3" refType="h" fact="0.4487"/>
              <dgm:constr type="w" for="ch" forName="Child3" refType="w" fact="0.3196"/>
              <dgm:constr type="h" for="ch" forName="Child3" refType="h" fact="0.1232"/>
              <dgm:constr type="l" for="ch" forName="Child4" refType="w" fact="0.5348"/>
              <dgm:constr type="t" for="ch" forName="Child4" refType="h" fact="0.6271"/>
              <dgm:constr type="w" for="ch" forName="Child4" refType="w" fact="0.3196"/>
              <dgm:constr type="h" for="ch" forName="Child4" refType="h" fact="0.1232"/>
              <dgm:constr type="l" for="ch" forName="Child5" refType="w" fact="0.6804"/>
              <dgm:constr type="t" for="ch" forName="Child5" refType="h" fact="0.8073"/>
              <dgm:constr type="w" for="ch" forName="Child5" refType="w" fact="0.3196"/>
              <dgm:constr type="h" for="ch" forName="Child5" refType="h" fact="0.1232"/>
            </dgm:constrLst>
          </dgm:if>
          <dgm:if name="Name9" axis="ch" ptType="node" func="cnt" op="equ" val="6">
            <dgm:alg type="composite">
              <dgm:param type="ar" val="0.4931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l" for="ch" forName="Accent1" refType="w" fact="0.1481"/>
              <dgm:constr type="t" for="ch" forName="Accent1" refType="h" fact="0"/>
              <dgm:constr type="w" for="ch" forName="Accent1" refType="w" fact="0.5331"/>
              <dgm:constr type="h" for="ch" forName="Accent1" refType="h" fact="0.2629"/>
              <dgm:constr type="l" for="ch" forName="Accent2" refType="w" fact="0"/>
              <dgm:constr type="t" for="ch" forName="Accent2" refType="h" fact="0.1511"/>
              <dgm:constr type="w" for="ch" forName="Accent2" refType="w" fact="0.5331"/>
              <dgm:constr type="h" for="ch" forName="Accent2" refType="h" fact="0.2629"/>
              <dgm:constr type="l" for="ch" forName="Accent3" refType="w" fact="0.1481"/>
              <dgm:constr type="t" for="ch" forName="Accent3" refType="h" fact="0.3027"/>
              <dgm:constr type="w" for="ch" forName="Accent3" refType="w" fact="0.5331"/>
              <dgm:constr type="h" for="ch" forName="Accent3" refType="h" fact="0.2629"/>
              <dgm:constr type="l" for="ch" forName="Accent4" refType="w" fact="0"/>
              <dgm:constr type="t" for="ch" forName="Accent4" refType="h" fact="0.4541"/>
              <dgm:constr type="w" for="ch" forName="Accent4" refType="w" fact="0.5331"/>
              <dgm:constr type="h" for="ch" forName="Accent4" refType="h" fact="0.2629"/>
              <dgm:constr type="l" for="ch" forName="Parent1" refType="w" fact="0.2658"/>
              <dgm:constr type="t" for="ch" forName="Parent1" refType="h" fact="0.0952"/>
              <dgm:constr type="w" for="ch" forName="Parent1" refType="w" fact="0.2975"/>
              <dgm:constr type="h" for="ch" forName="Parent1" refType="h" fact="0.0733"/>
              <dgm:constr type="l" for="ch" forName="Parent2" refType="w" fact="0.1171"/>
              <dgm:constr type="t" for="ch" forName="Parent2" refType="h" fact="0.2466"/>
              <dgm:constr type="w" for="ch" forName="Parent2" refType="w" fact="0.2975"/>
              <dgm:constr type="h" for="ch" forName="Parent2" refType="h" fact="0.0733"/>
              <dgm:constr type="l" for="ch" forName="Parent3" refType="w" fact="0.2658"/>
              <dgm:constr type="t" for="ch" forName="Parent3" refType="h" fact="0.3979"/>
              <dgm:constr type="w" for="ch" forName="Parent3" refType="w" fact="0.2975"/>
              <dgm:constr type="h" for="ch" forName="Parent3" refType="h" fact="0.0733"/>
              <dgm:constr type="l" for="ch" forName="Parent4" refType="w" fact="0.1171"/>
              <dgm:constr type="t" for="ch" forName="Parent4" refType="h" fact="0.5493"/>
              <dgm:constr type="w" for="ch" forName="Parent4" refType="w" fact="0.2975"/>
              <dgm:constr type="h" for="ch" forName="Parent4" refType="h" fact="0.0733"/>
              <dgm:constr type="l" for="ch" forName="Child1" refType="w" fact="0.6804"/>
              <dgm:constr type="t" for="ch" forName="Child1" refType="h" fact="0.078"/>
              <dgm:constr type="w" for="ch" forName="Child1" refType="w" fact="0.3196"/>
              <dgm:constr type="h" for="ch" forName="Child1" refType="h" fact="0.1046"/>
              <dgm:constr type="l" for="ch" forName="Child2" refType="w" fact="0.5348"/>
              <dgm:constr type="t" for="ch" forName="Child2" refType="h" fact="0.231"/>
              <dgm:constr type="w" for="ch" forName="Child2" refType="w" fact="0.3196"/>
              <dgm:constr type="h" for="ch" forName="Child2" refType="h" fact="0.1046"/>
              <dgm:constr type="l" for="ch" forName="Child3" refType="w" fact="0.6804"/>
              <dgm:constr type="t" for="ch" forName="Child3" refType="h" fact="0.3808"/>
              <dgm:constr type="w" for="ch" forName="Child3" refType="w" fact="0.3196"/>
              <dgm:constr type="h" for="ch" forName="Child3" refType="h" fact="0.1046"/>
              <dgm:constr type="l" for="ch" forName="Child4" refType="w" fact="0.5348"/>
              <dgm:constr type="t" for="ch" forName="Child4" refType="h" fact="0.5322"/>
              <dgm:constr type="w" for="ch" forName="Child4" refType="w" fact="0.3196"/>
              <dgm:constr type="h" for="ch" forName="Child4" refType="h" fact="0.1046"/>
              <dgm:constr type="l" for="ch" forName="Accent5" refType="w" fact="0.1481"/>
              <dgm:constr type="t" for="ch" forName="Accent5" refType="h" fact="0.6053"/>
              <dgm:constr type="w" for="ch" forName="Accent5" refType="w" fact="0.5331"/>
              <dgm:constr type="h" for="ch" forName="Accent5" refType="h" fact="0.2629"/>
              <dgm:constr type="l" for="ch" forName="Accent6" refType="w" fact="0.038"/>
              <dgm:constr type="t" for="ch" forName="Accent6" refType="h" fact="0.774"/>
              <dgm:constr type="w" for="ch" forName="Accent6" refType="w" fact="0.458"/>
              <dgm:constr type="h" for="ch" forName="Accent6" refType="h" fact="0.226"/>
              <dgm:constr type="l" for="ch" forName="Parent5" refType="w" fact="0.2658"/>
              <dgm:constr type="t" for="ch" forName="Parent5" refType="h" fact="0.7005"/>
              <dgm:constr type="w" for="ch" forName="Parent5" refType="w" fact="0.2975"/>
              <dgm:constr type="h" for="ch" forName="Parent5" refType="h" fact="0.0733"/>
              <dgm:constr type="l" for="ch" forName="Parent6" refType="w" fact="0.1171"/>
              <dgm:constr type="t" for="ch" forName="Parent6" refType="h" fact="0.8519"/>
              <dgm:constr type="w" for="ch" forName="Parent6" refType="w" fact="0.2975"/>
              <dgm:constr type="h" for="ch" forName="Parent6" refType="h" fact="0.0733"/>
              <dgm:constr type="l" for="ch" forName="Child5" refType="w" fact="0.6804"/>
              <dgm:constr type="t" for="ch" forName="Child5" refType="h" fact="0.6833"/>
              <dgm:constr type="w" for="ch" forName="Child5" refType="w" fact="0.3196"/>
              <dgm:constr type="h" for="ch" forName="Child5" refType="h" fact="0.1046"/>
              <dgm:constr type="l" for="ch" forName="Child6" refType="w" fact="0.5348"/>
              <dgm:constr type="t" for="ch" forName="Child6" refType="h" fact="0.8347"/>
              <dgm:constr type="w" for="ch" forName="Child6" refType="w" fact="0.3196"/>
              <dgm:constr type="h" for="ch" forName="Child6" refType="h" fact="0.1046"/>
            </dgm:constrLst>
          </dgm:if>
          <dgm:else name="Name10">
            <dgm:alg type="composite">
              <dgm:param type="ar" val="0.4284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7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7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7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7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7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Child7" refType="primFontSz" refFor="des" refForName="Parent6" op="lte"/>
              <dgm:constr type="primFontSz" for="des" forName="Child1" refType="primFontSz" refFor="des" refForName="Parent7" op="lte"/>
              <dgm:constr type="primFontSz" for="des" forName="Child2" refType="primFontSz" refFor="des" refForName="Parent7" op="lte"/>
              <dgm:constr type="primFontSz" for="des" forName="Child3" refType="primFontSz" refFor="des" refForName="Parent7" op="lte"/>
              <dgm:constr type="primFontSz" for="des" forName="Child4" refType="primFontSz" refFor="des" refForName="Parent7" op="lte"/>
              <dgm:constr type="primFontSz" for="des" forName="Child5" refType="primFontSz" refFor="des" refForName="Parent7" op="lte"/>
              <dgm:constr type="primFontSz" for="des" forName="Child6" refType="primFontSz" refFor="des" refForName="Parent7" op="lte"/>
              <dgm:constr type="primFontSz" for="des" forName="Child7" refType="primFontSz" refFor="des" refForName="Parent7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Parent7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l" for="ch" forName="Accent1" refType="w" fact="0.1481"/>
              <dgm:constr type="t" for="ch" forName="Accent1" refType="h" fact="0"/>
              <dgm:constr type="w" for="ch" forName="Accent1" refType="w" fact="0.5331"/>
              <dgm:constr type="h" for="ch" forName="Accent1" refType="h" fact="0.2284"/>
              <dgm:constr type="l" for="ch" forName="Accent2" refType="w" fact="0"/>
              <dgm:constr type="t" for="ch" forName="Accent2" refType="h" fact="0.1312"/>
              <dgm:constr type="w" for="ch" forName="Accent2" refType="w" fact="0.5331"/>
              <dgm:constr type="h" for="ch" forName="Accent2" refType="h" fact="0.2284"/>
              <dgm:constr type="l" for="ch" forName="Accent3" refType="w" fact="0.1481"/>
              <dgm:constr type="t" for="ch" forName="Accent3" refType="h" fact="0.263"/>
              <dgm:constr type="w" for="ch" forName="Accent3" refType="w" fact="0.5331"/>
              <dgm:constr type="h" for="ch" forName="Accent3" refType="h" fact="0.2284"/>
              <dgm:constr type="l" for="ch" forName="Accent4" refType="w" fact="0"/>
              <dgm:constr type="t" for="ch" forName="Accent4" refType="h" fact="0.3945"/>
              <dgm:constr type="w" for="ch" forName="Accent4" refType="w" fact="0.5331"/>
              <dgm:constr type="h" for="ch" forName="Accent4" refType="h" fact="0.2284"/>
              <dgm:constr type="l" for="ch" forName="Parent1" refType="w" fact="0.2658"/>
              <dgm:constr type="t" for="ch" forName="Parent1" refType="h" fact="0.0827"/>
              <dgm:constr type="w" for="ch" forName="Parent1" refType="w" fact="0.2975"/>
              <dgm:constr type="h" for="ch" forName="Parent1" refType="h" fact="0.0637"/>
              <dgm:constr type="l" for="ch" forName="Parent2" refType="w" fact="0.1171"/>
              <dgm:constr type="t" for="ch" forName="Parent2" refType="h" fact="0.2142"/>
              <dgm:constr type="w" for="ch" forName="Parent2" refType="w" fact="0.2975"/>
              <dgm:constr type="h" for="ch" forName="Parent2" refType="h" fact="0.0637"/>
              <dgm:constr type="l" for="ch" forName="Parent3" refType="w" fact="0.2658"/>
              <dgm:constr type="t" for="ch" forName="Parent3" refType="h" fact="0.3457"/>
              <dgm:constr type="w" for="ch" forName="Parent3" refType="w" fact="0.2975"/>
              <dgm:constr type="h" for="ch" forName="Parent3" refType="h" fact="0.0637"/>
              <dgm:constr type="l" for="ch" forName="Parent4" refType="w" fact="0.1171"/>
              <dgm:constr type="t" for="ch" forName="Parent4" refType="h" fact="0.4772"/>
              <dgm:constr type="w" for="ch" forName="Parent4" refType="w" fact="0.2975"/>
              <dgm:constr type="h" for="ch" forName="Parent4" refType="h" fact="0.0637"/>
              <dgm:constr type="l" for="ch" forName="Child1" refType="w" fact="0.6804"/>
              <dgm:constr type="t" for="ch" forName="Child1" refType="h" fact="0.0678"/>
              <dgm:constr type="w" for="ch" forName="Child1" refType="w" fact="0.3196"/>
              <dgm:constr type="h" for="ch" forName="Child1" refType="h" fact="0.0908"/>
              <dgm:constr type="l" for="ch" forName="Child2" refType="w" fact="0.5348"/>
              <dgm:constr type="t" for="ch" forName="Child2" refType="h" fact="0.2006"/>
              <dgm:constr type="w" for="ch" forName="Child2" refType="w" fact="0.3196"/>
              <dgm:constr type="h" for="ch" forName="Child2" refType="h" fact="0.0908"/>
              <dgm:constr type="l" for="ch" forName="Child3" refType="w" fact="0.6804"/>
              <dgm:constr type="t" for="ch" forName="Child3" refType="h" fact="0.3308"/>
              <dgm:constr type="w" for="ch" forName="Child3" refType="w" fact="0.3196"/>
              <dgm:constr type="h" for="ch" forName="Child3" refType="h" fact="0.0908"/>
              <dgm:constr type="l" for="ch" forName="Child4" refType="w" fact="0.5348"/>
              <dgm:constr type="t" for="ch" forName="Child4" refType="h" fact="0.4623"/>
              <dgm:constr type="w" for="ch" forName="Child4" refType="w" fact="0.3196"/>
              <dgm:constr type="h" for="ch" forName="Child4" refType="h" fact="0.0908"/>
              <dgm:constr type="l" for="ch" forName="Accent5" refType="w" fact="0.1481"/>
              <dgm:constr type="t" for="ch" forName="Accent5" refType="h" fact="0.5258"/>
              <dgm:constr type="w" for="ch" forName="Accent5" refType="w" fact="0.5331"/>
              <dgm:constr type="h" for="ch" forName="Accent5" refType="h" fact="0.2284"/>
              <dgm:constr type="l" for="ch" forName="Accent6" refType="w" fact="0"/>
              <dgm:constr type="t" for="ch" forName="Accent6" refType="h" fact="0.6573"/>
              <dgm:constr type="w" for="ch" forName="Accent6" refType="w" fact="0.5331"/>
              <dgm:constr type="h" for="ch" forName="Accent6" refType="h" fact="0.2284"/>
              <dgm:constr type="l" for="ch" forName="Accent7" refType="w" fact="0.186"/>
              <dgm:constr type="t" for="ch" forName="Accent7" refType="h" fact="0.8037"/>
              <dgm:constr type="w" for="ch" forName="Accent7" refType="w" fact="0.458"/>
              <dgm:constr type="h" for="ch" forName="Accent7" refType="h" fact="0.1963"/>
              <dgm:constr type="l" for="ch" forName="Parent5" refType="w" fact="0.2658"/>
              <dgm:constr type="t" for="ch" forName="Parent5" refType="h" fact="0.6085"/>
              <dgm:constr type="w" for="ch" forName="Parent5" refType="w" fact="0.2975"/>
              <dgm:constr type="h" for="ch" forName="Parent5" refType="h" fact="0.0637"/>
              <dgm:constr type="l" for="ch" forName="Parent6" refType="w" fact="0.1171"/>
              <dgm:constr type="t" for="ch" forName="Parent6" refType="h" fact="0.74"/>
              <dgm:constr type="w" for="ch" forName="Parent6" refType="w" fact="0.2975"/>
              <dgm:constr type="h" for="ch" forName="Parent6" refType="h" fact="0.0637"/>
              <dgm:constr type="l" for="ch" forName="Parent7" refType="w" fact="0.2658"/>
              <dgm:constr type="t" for="ch" forName="Parent7" refType="h" fact="0.8715"/>
              <dgm:constr type="w" for="ch" forName="Parent7" refType="w" fact="0.2975"/>
              <dgm:constr type="h" for="ch" forName="Parent7" refType="h" fact="0.0637"/>
              <dgm:constr type="l" for="ch" forName="Child5" refType="w" fact="0.6804"/>
              <dgm:constr type="t" for="ch" forName="Child5" refType="h" fact="0.5936"/>
              <dgm:constr type="w" for="ch" forName="Child5" refType="w" fact="0.3196"/>
              <dgm:constr type="h" for="ch" forName="Child5" refType="h" fact="0.0908"/>
              <dgm:constr type="l" for="ch" forName="Child6" refType="w" fact="0.5348"/>
              <dgm:constr type="t" for="ch" forName="Child6" refType="h" fact="0.7251"/>
              <dgm:constr type="w" for="ch" forName="Child6" refType="w" fact="0.3196"/>
              <dgm:constr type="h" for="ch" forName="Child6" refType="h" fact="0.0908"/>
              <dgm:constr type="l" for="ch" forName="Child7" refType="w" fact="0.6804"/>
              <dgm:constr type="t" for="ch" forName="Child7" refType="h" fact="0.8579"/>
              <dgm:constr type="w" for="ch" forName="Child7" refType="w" fact="0.3196"/>
              <dgm:constr type="h" for="ch" forName="Child7" refType="h" fact="0.0908"/>
            </dgm:constrLst>
          </dgm:else>
        </dgm:choose>
      </dgm:if>
      <dgm:else name="Name11">
        <dgm:choose name="Name12">
          <dgm:if name="Name13" axis="ch" ptType="node" func="cnt" op="equ" val="1">
            <dgm:alg type="composite">
              <dgm:param type="ar" val="1.5999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l" for="ch" forName="Child1" refType="w" fact="0.625"/>
              <dgm:constr type="t" for="ch" forName="Child1" refType="h" fact="0.2981"/>
              <dgm:constr type="w" for="ch" forName="Child1" refType="w" fact="0.375"/>
              <dgm:constr type="h" for="ch" forName="Child1" refType="h" fact="0.4001"/>
              <dgm:constr type="l" for="ch" forName="Accent1" refType="w" fact="0"/>
              <dgm:constr type="t" for="ch" forName="Accent1" refType="h" fact="0"/>
              <dgm:constr type="w" for="ch" forName="Accent1" refType="w" fact="0.6249"/>
              <dgm:constr type="h" for="ch" forName="Accent1" refType="h"/>
              <dgm:constr type="l" for="ch" forName="Parent1" refType="w" fact="0.138"/>
              <dgm:constr type="t" for="ch" forName="Parent1" refType="h" fact="0.362"/>
              <dgm:constr type="w" for="ch" forName="Parent1" refType="w" fact="0.3487"/>
              <dgm:constr type="h" for="ch" forName="Parent1" refType="h" fact="0.2789"/>
            </dgm:constrLst>
          </dgm:if>
          <dgm:if name="Name14" axis="ch" ptType="node" func="cnt" op="equ" val="2">
            <dgm:alg type="composite">
              <dgm:param type="ar" val="1.2026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Parent2" refType="primFontSz" refFor="des" refForName="Parent1" op="equ"/>
              <dgm:constr type="primFontSz" for="des" forName="Child2" refType="primFontSz" refFor="des" refForName="Child1" op="equ"/>
              <dgm:constr type="l" for="ch" forName="Accent1" refType="w" fact="-0.0407"/>
              <dgm:constr type="t" for="ch" forName="Accent1" refType="h" fact="0"/>
              <dgm:constr type="w" for="ch" forName="Accent1" refType="w" fact="0.5542"/>
              <dgm:constr type="h" for="ch" forName="Accent1" refType="h" fact="0.6665"/>
              <dgm:constr type="l" for="ch" forName="Accent2" refType="w" fact="0.1533"/>
              <dgm:constr type="t" for="ch" forName="Accent2" refType="h" fact="0.4272"/>
              <dgm:constr type="w" for="ch" forName="Accent2" refType="w" fact="0.4761"/>
              <dgm:constr type="h" for="ch" forName="Accent2" refType="h" fact="0.5728"/>
              <dgm:constr type="l" for="ch" forName="Parent1" refType="w" fact="0.0822"/>
              <dgm:constr type="t" for="ch" forName="Parent1" refType="h" fact="0.2413"/>
              <dgm:constr type="w" for="ch" forName="Parent1" refType="w" fact="0.3092"/>
              <dgm:constr type="h" for="ch" forName="Parent1" refType="h" fact="0.1859"/>
              <dgm:constr type="l" for="ch" forName="Parent2" refType="w" fact="0.2368"/>
              <dgm:constr type="t" for="ch" forName="Parent2" refType="h" fact="0.625"/>
              <dgm:constr type="w" for="ch" forName="Parent2" refType="w" fact="0.3092"/>
              <dgm:constr type="h" for="ch" forName="Parent2" refType="h" fact="0.1859"/>
              <dgm:constr type="l" for="ch" forName="Child1" refType="w" fact="0.5164"/>
              <dgm:constr type="t" for="ch" forName="Child1" refType="h" fact="0.1978"/>
              <dgm:constr type="w" for="ch" forName="Child1" refType="w" fact="0.3322"/>
              <dgm:constr type="h" for="ch" forName="Child1" refType="h" fact="0.265"/>
              <dgm:constr type="l" for="ch" forName="Child2" refType="w" fact="0.6678"/>
              <dgm:constr type="t" for="ch" forName="Child2" refType="h" fact="0.5855"/>
              <dgm:constr type="w" for="ch" forName="Child2" refType="w" fact="0.3322"/>
              <dgm:constr type="h" for="ch" forName="Child2" refType="h" fact="0.265"/>
            </dgm:constrLst>
          </dgm:if>
          <dgm:if name="Name15" axis="ch" ptType="node" func="cnt" op="equ" val="3">
            <dgm:alg type="composite">
              <dgm:param type="ar" val="0.9039"/>
            </dgm:alg>
            <dgm:shape xmlns:r="http://schemas.openxmlformats.org/officeDocument/2006/relationships" r:blip="">
              <dgm:adjLst/>
            </dgm:shape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l" for="ch" forName="Accent1" refType="w" fact="0"/>
              <dgm:constr type="t" for="ch" forName="Accent1" refType="h" fact="0"/>
              <dgm:constr type="w" for="ch" forName="Accent1" refType="w" fact="0.5325"/>
              <dgm:constr type="h" for="ch" forName="Accent1" refType="h" fact="0.4814"/>
              <dgm:constr type="l" for="ch" forName="Accent2" refType="w" fact="0.1479"/>
              <dgm:constr type="t" for="ch" forName="Accent2" refType="h" fact="0.2766"/>
              <dgm:constr type="w" for="ch" forName="Accent2" refType="w" fact="0.5325"/>
              <dgm:constr type="h" for="ch" forName="Accent2" refType="h" fact="0.4814"/>
              <dgm:constr type="l" for="ch" forName="Accent3" refType="w" fact="0.0378"/>
              <dgm:constr type="t" for="ch" forName="Accent3" refType="h" fact="0.5863"/>
              <dgm:constr type="w" for="ch" forName="Accent3" refType="w" fact="0.4575"/>
              <dgm:constr type="h" for="ch" forName="Accent3" refType="h" fact="0.4137"/>
              <dgm:constr type="l" for="ch" forName="Parent1" refType="w" fact="0.1183"/>
              <dgm:constr type="t" for="ch" forName="Parent1" refType="h" fact="0.1738"/>
              <dgm:constr type="w" for="ch" forName="Parent1" refType="w" fact="0.2959"/>
              <dgm:constr type="h" for="ch" forName="Parent1" refType="h" fact="0.1337"/>
              <dgm:constr type="l" for="ch" forName="Parent2" refType="w" fact="0.2656"/>
              <dgm:constr type="t" for="ch" forName="Parent2" refType="h" fact="0.452"/>
              <dgm:constr type="w" for="ch" forName="Parent2" refType="w" fact="0.2959"/>
              <dgm:constr type="h" for="ch" forName="Parent2" refType="h" fact="0.1337"/>
              <dgm:constr type="l" for="ch" forName="Parent3" refType="w" fact="0.1183"/>
              <dgm:constr type="t" for="ch" forName="Parent3" refType="h" fact="0.7306"/>
              <dgm:constr type="w" for="ch" forName="Parent3" refType="w" fact="0.2959"/>
              <dgm:constr type="h" for="ch" forName="Parent3" refType="h" fact="0.1337"/>
              <dgm:constr type="l" for="ch" forName="Child1" refType="w" fact="0.5325"/>
              <dgm:constr type="t" for="ch" forName="Child1" refType="h" fact="0.1435"/>
              <dgm:constr type="w" for="ch" forName="Child1" refType="w" fact="0.3195"/>
              <dgm:constr type="h" for="ch" forName="Child1" refType="h" fact="0.1926"/>
              <dgm:constr type="l" for="ch" forName="Child2" refType="w" fact="0.6805"/>
              <dgm:constr type="t" for="ch" forName="Child2" refType="h" fact="0.4217"/>
              <dgm:constr type="w" for="ch" forName="Child2" refType="w" fact="0.3195"/>
              <dgm:constr type="h" for="ch" forName="Child2" refType="h" fact="0.1926"/>
              <dgm:constr type="l" for="ch" forName="Child3" refType="w" fact="0.5325"/>
              <dgm:constr type="t" for="ch" forName="Child3" refType="h" fact="0.6998"/>
              <dgm:constr type="w" for="ch" forName="Child3" refType="w" fact="0.3195"/>
              <dgm:constr type="h" for="ch" forName="Child3" refType="h" fact="0.1926"/>
            </dgm:constrLst>
          </dgm:if>
          <dgm:if name="Name16" axis="ch" ptType="node" func="cnt" op="equ" val="4">
            <dgm:alg type="composite">
              <dgm:param type="ar" val="0.7073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l" for="ch" forName="Accent1" refType="w" fact="0"/>
              <dgm:constr type="t" for="ch" forName="Accent1" refType="h" fact="0"/>
              <dgm:constr type="w" for="ch" forName="Accent1" refType="w" fact="0.5331"/>
              <dgm:constr type="h" for="ch" forName="Accent1" refType="h" fact="0.3771"/>
              <dgm:constr type="l" for="ch" forName="Accent2" refType="w" fact="0.1481"/>
              <dgm:constr type="t" for="ch" forName="Accent2" refType="h" fact="0.2167"/>
              <dgm:constr type="w" for="ch" forName="Accent2" refType="w" fact="0.5331"/>
              <dgm:constr type="h" for="ch" forName="Accent2" refType="h" fact="0.3771"/>
              <dgm:constr type="l" for="ch" forName="Accent3" refType="w" fact="0"/>
              <dgm:constr type="t" for="ch" forName="Accent3" refType="h" fact="0.4342"/>
              <dgm:constr type="w" for="ch" forName="Accent3" refType="w" fact="0.5331"/>
              <dgm:constr type="h" for="ch" forName="Accent3" refType="h" fact="0.3771"/>
              <dgm:constr type="l" for="ch" forName="Accent4" refType="w" fact="0.186"/>
              <dgm:constr type="t" for="ch" forName="Accent4" refType="h" fact="0.6759"/>
              <dgm:constr type="w" for="ch" forName="Accent4" refType="w" fact="0.458"/>
              <dgm:constr type="h" for="ch" forName="Accent4" refType="h" fact="0.3241"/>
              <dgm:constr type="l" for="ch" forName="Parent1" refType="w" fact="0.1171"/>
              <dgm:constr type="t" for="ch" forName="Parent1" refType="h" fact="0.1365"/>
              <dgm:constr type="w" for="ch" forName="Parent1" refType="w" fact="0.2975"/>
              <dgm:constr type="h" for="ch" forName="Parent1" refType="h" fact="0.1052"/>
              <dgm:constr type="l" for="ch" forName="Parent2" refType="w" fact="0.2658"/>
              <dgm:constr type="t" for="ch" forName="Parent2" refType="h" fact="0.3536"/>
              <dgm:constr type="w" for="ch" forName="Parent2" refType="w" fact="0.2975"/>
              <dgm:constr type="h" for="ch" forName="Parent2" refType="h" fact="0.1052"/>
              <dgm:constr type="l" for="ch" forName="Parent3" refType="w" fact="0.1171"/>
              <dgm:constr type="t" for="ch" forName="Parent3" refType="h" fact="0.5707"/>
              <dgm:constr type="w" for="ch" forName="Parent3" refType="w" fact="0.2975"/>
              <dgm:constr type="h" for="ch" forName="Parent3" refType="h" fact="0.1052"/>
              <dgm:constr type="l" for="ch" forName="Parent4" refType="w" fact="0.2658"/>
              <dgm:constr type="t" for="ch" forName="Parent4" refType="h" fact="0.7878"/>
              <dgm:constr type="w" for="ch" forName="Parent4" refType="w" fact="0.2975"/>
              <dgm:constr type="h" for="ch" forName="Parent4" refType="h" fact="0.1052"/>
              <dgm:constr type="l" for="ch" forName="Child1" refType="w" fact="0.5348"/>
              <dgm:constr type="t" for="ch" forName="Child1" refType="h" fact="0.1119"/>
              <dgm:constr type="w" for="ch" forName="Child1" refType="w" fact="0.3196"/>
              <dgm:constr type="h" for="ch" forName="Child1" refType="h" fact="0.15"/>
              <dgm:constr type="l" for="ch" forName="Child2" refType="w" fact="0.6804"/>
              <dgm:constr type="t" for="ch" forName="Child2" refType="h" fact="0.3312"/>
              <dgm:constr type="w" for="ch" forName="Child2" refType="w" fact="0.3196"/>
              <dgm:constr type="h" for="ch" forName="Child2" refType="h" fact="0.15"/>
              <dgm:constr type="l" for="ch" forName="Child3" refType="w" fact="0.5348"/>
              <dgm:constr type="t" for="ch" forName="Child3" refType="h" fact="0.5461"/>
              <dgm:constr type="w" for="ch" forName="Child3" refType="w" fact="0.3196"/>
              <dgm:constr type="h" for="ch" forName="Child3" refType="h" fact="0.15"/>
              <dgm:constr type="l" for="ch" forName="Child4" refType="w" fact="0.6804"/>
              <dgm:constr type="t" for="ch" forName="Child4" refType="h" fact="0.7632"/>
              <dgm:constr type="w" for="ch" forName="Child4" refType="w" fact="0.3196"/>
              <dgm:constr type="h" for="ch" forName="Child4" refType="h" fact="0.15"/>
            </dgm:constrLst>
          </dgm:if>
          <dgm:if name="Name17" axis="ch" ptType="node" func="cnt" op="equ" val="5">
            <dgm:alg type="composite">
              <dgm:param type="ar" val="0.5811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l" for="ch" forName="Accent1" refType="w" fact="0"/>
              <dgm:constr type="t" for="ch" forName="Accent1" refType="h" fact="0"/>
              <dgm:constr type="w" for="ch" forName="Accent1" refType="w" fact="0.5331"/>
              <dgm:constr type="h" for="ch" forName="Accent1" refType="h" fact="0.3098"/>
              <dgm:constr type="l" for="ch" forName="Accent2" refType="w" fact="0.1481"/>
              <dgm:constr type="t" for="ch" forName="Accent2" refType="h" fact="0.178"/>
              <dgm:constr type="w" for="ch" forName="Accent2" refType="w" fact="0.5331"/>
              <dgm:constr type="h" for="ch" forName="Accent2" refType="h" fact="0.3098"/>
              <dgm:constr type="l" for="ch" forName="Accent3" refType="w" fact="0"/>
              <dgm:constr type="t" for="ch" forName="Accent3" refType="h" fact="0.3568"/>
              <dgm:constr type="w" for="ch" forName="Accent3" refType="w" fact="0.5331"/>
              <dgm:constr type="h" for="ch" forName="Accent3" refType="h" fact="0.3098"/>
              <dgm:constr type="l" for="ch" forName="Accent4" refType="w" fact="0.1481"/>
              <dgm:constr type="t" for="ch" forName="Accent4" refType="h" fact="0.5351"/>
              <dgm:constr type="w" for="ch" forName="Accent4" refType="w" fact="0.5331"/>
              <dgm:constr type="h" for="ch" forName="Accent4" refType="h" fact="0.3098"/>
              <dgm:constr type="l" for="ch" forName="Accent5" refType="w" fact="0.0378"/>
              <dgm:constr type="t" for="ch" forName="Accent5" refType="h" fact="0.7337"/>
              <dgm:constr type="w" for="ch" forName="Accent5" refType="w" fact="0.458"/>
              <dgm:constr type="h" for="ch" forName="Accent5" refType="h" fact="0.2663"/>
              <dgm:constr type="l" for="ch" forName="Parent1" refType="w" fact="0.1171"/>
              <dgm:constr type="t" for="ch" forName="Parent1" refType="h" fact="0.1122"/>
              <dgm:constr type="w" for="ch" forName="Parent1" refType="w" fact="0.2975"/>
              <dgm:constr type="h" for="ch" forName="Parent1" refType="h" fact="0.0864"/>
              <dgm:constr type="l" for="ch" forName="Parent2" refType="w" fact="0.2658"/>
              <dgm:constr type="t" for="ch" forName="Parent2" refType="h" fact="0.2906"/>
              <dgm:constr type="w" for="ch" forName="Parent2" refType="w" fact="0.2975"/>
              <dgm:constr type="h" for="ch" forName="Parent2" refType="h" fact="0.0864"/>
              <dgm:constr type="l" for="ch" forName="Parent3" refType="w" fact="0.1171"/>
              <dgm:constr type="t" for="ch" forName="Parent3" refType="h" fact="0.4689"/>
              <dgm:constr type="w" for="ch" forName="Parent3" refType="w" fact="0.2975"/>
              <dgm:constr type="h" for="ch" forName="Parent3" refType="h" fact="0.0864"/>
              <dgm:constr type="l" for="ch" forName="Parent4" refType="w" fact="0.2658"/>
              <dgm:constr type="t" for="ch" forName="Parent4" refType="h" fact="0.6473"/>
              <dgm:constr type="w" for="ch" forName="Parent4" refType="w" fact="0.2975"/>
              <dgm:constr type="h" for="ch" forName="Parent4" refType="h" fact="0.0864"/>
              <dgm:constr type="l" for="ch" forName="Parent5" refType="w" fact="0.1171"/>
              <dgm:constr type="t" for="ch" forName="Parent5" refType="h" fact="0.8257"/>
              <dgm:constr type="w" for="ch" forName="Parent5" refType="w" fact="0.2975"/>
              <dgm:constr type="h" for="ch" forName="Parent5" refType="h" fact="0.0864"/>
              <dgm:constr type="l" for="ch" forName="Child1" refType="w" fact="0.5348"/>
              <dgm:constr type="t" for="ch" forName="Child1" refType="h" fact="0.0919"/>
              <dgm:constr type="w" for="ch" forName="Child1" refType="w" fact="0.3196"/>
              <dgm:constr type="h" for="ch" forName="Child1" refType="h" fact="0.1232"/>
              <dgm:constr type="l" for="ch" forName="Child2" refType="w" fact="0.6804"/>
              <dgm:constr type="t" for="ch" forName="Child2" refType="h" fact="0.2722"/>
              <dgm:constr type="w" for="ch" forName="Child2" refType="w" fact="0.3196"/>
              <dgm:constr type="h" for="ch" forName="Child2" refType="h" fact="0.1232"/>
              <dgm:constr type="l" for="ch" forName="Child3" refType="w" fact="0.5348"/>
              <dgm:constr type="t" for="ch" forName="Child3" refType="h" fact="0.4487"/>
              <dgm:constr type="w" for="ch" forName="Child3" refType="w" fact="0.3196"/>
              <dgm:constr type="h" for="ch" forName="Child3" refType="h" fact="0.1232"/>
              <dgm:constr type="l" for="ch" forName="Child4" refType="w" fact="0.6804"/>
              <dgm:constr type="t" for="ch" forName="Child4" refType="h" fact="0.6271"/>
              <dgm:constr type="w" for="ch" forName="Child4" refType="w" fact="0.3196"/>
              <dgm:constr type="h" for="ch" forName="Child4" refType="h" fact="0.1232"/>
              <dgm:constr type="l" for="ch" forName="Child5" refType="w" fact="0.5348"/>
              <dgm:constr type="t" for="ch" forName="Child5" refType="h" fact="0.8073"/>
              <dgm:constr type="w" for="ch" forName="Child5" refType="w" fact="0.3196"/>
              <dgm:constr type="h" for="ch" forName="Child5" refType="h" fact="0.1232"/>
            </dgm:constrLst>
          </dgm:if>
          <dgm:if name="Name18" axis="ch" ptType="node" func="cnt" op="equ" val="6">
            <dgm:alg type="composite">
              <dgm:param type="ar" val="0.4931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l" for="ch" forName="Accent1" refType="w" fact="0"/>
              <dgm:constr type="t" for="ch" forName="Accent1" refType="h" fact="0"/>
              <dgm:constr type="w" for="ch" forName="Accent1" refType="w" fact="0.5331"/>
              <dgm:constr type="h" for="ch" forName="Accent1" refType="h" fact="0.2629"/>
              <dgm:constr type="l" for="ch" forName="Accent2" refType="w" fact="0.1481"/>
              <dgm:constr type="t" for="ch" forName="Accent2" refType="h" fact="0.1511"/>
              <dgm:constr type="w" for="ch" forName="Accent2" refType="w" fact="0.5331"/>
              <dgm:constr type="h" for="ch" forName="Accent2" refType="h" fact="0.2629"/>
              <dgm:constr type="l" for="ch" forName="Accent3" refType="w" fact="0"/>
              <dgm:constr type="t" for="ch" forName="Accent3" refType="h" fact="0.3027"/>
              <dgm:constr type="w" for="ch" forName="Accent3" refType="w" fact="0.5331"/>
              <dgm:constr type="h" for="ch" forName="Accent3" refType="h" fact="0.2629"/>
              <dgm:constr type="l" for="ch" forName="Accent4" refType="w" fact="0.1481"/>
              <dgm:constr type="t" for="ch" forName="Accent4" refType="h" fact="0.4541"/>
              <dgm:constr type="w" for="ch" forName="Accent4" refType="w" fact="0.5331"/>
              <dgm:constr type="h" for="ch" forName="Accent4" refType="h" fact="0.2629"/>
              <dgm:constr type="l" for="ch" forName="Accent5" refType="w" fact="0"/>
              <dgm:constr type="t" for="ch" forName="Accent5" refType="h" fact="0.6053"/>
              <dgm:constr type="w" for="ch" forName="Accent5" refType="w" fact="0.5331"/>
              <dgm:constr type="h" for="ch" forName="Accent5" refType="h" fact="0.2629"/>
              <dgm:constr type="l" for="ch" forName="Accent6" refType="w" fact="0.186"/>
              <dgm:constr type="t" for="ch" forName="Accent6" refType="h" fact="0.774"/>
              <dgm:constr type="w" for="ch" forName="Accent6" refType="w" fact="0.458"/>
              <dgm:constr type="h" for="ch" forName="Accent6" refType="h" fact="0.226"/>
              <dgm:constr type="l" for="ch" forName="Parent1" refType="w" fact="0.1171"/>
              <dgm:constr type="t" for="ch" forName="Parent1" refType="h" fact="0.0952"/>
              <dgm:constr type="w" for="ch" forName="Parent1" refType="w" fact="0.2975"/>
              <dgm:constr type="h" for="ch" forName="Parent1" refType="h" fact="0.0733"/>
              <dgm:constr type="l" for="ch" forName="Parent2" refType="w" fact="0.2658"/>
              <dgm:constr type="t" for="ch" forName="Parent2" refType="h" fact="0.2466"/>
              <dgm:constr type="w" for="ch" forName="Parent2" refType="w" fact="0.2975"/>
              <dgm:constr type="h" for="ch" forName="Parent2" refType="h" fact="0.0733"/>
              <dgm:constr type="l" for="ch" forName="Parent3" refType="w" fact="0.1171"/>
              <dgm:constr type="t" for="ch" forName="Parent3" refType="h" fact="0.3979"/>
              <dgm:constr type="w" for="ch" forName="Parent3" refType="w" fact="0.2975"/>
              <dgm:constr type="h" for="ch" forName="Parent3" refType="h" fact="0.0733"/>
              <dgm:constr type="l" for="ch" forName="Parent4" refType="w" fact="0.2658"/>
              <dgm:constr type="t" for="ch" forName="Parent4" refType="h" fact="0.5493"/>
              <dgm:constr type="w" for="ch" forName="Parent4" refType="w" fact="0.2975"/>
              <dgm:constr type="h" for="ch" forName="Parent4" refType="h" fact="0.0733"/>
              <dgm:constr type="l" for="ch" forName="Parent5" refType="w" fact="0.1171"/>
              <dgm:constr type="t" for="ch" forName="Parent5" refType="h" fact="0.7005"/>
              <dgm:constr type="w" for="ch" forName="Parent5" refType="w" fact="0.2975"/>
              <dgm:constr type="h" for="ch" forName="Parent5" refType="h" fact="0.0733"/>
              <dgm:constr type="l" for="ch" forName="Parent6" refType="w" fact="0.2658"/>
              <dgm:constr type="t" for="ch" forName="Parent6" refType="h" fact="0.8519"/>
              <dgm:constr type="w" for="ch" forName="Parent6" refType="w" fact="0.2975"/>
              <dgm:constr type="h" for="ch" forName="Parent6" refType="h" fact="0.0733"/>
              <dgm:constr type="l" for="ch" forName="Child1" refType="w" fact="0.5348"/>
              <dgm:constr type="t" for="ch" forName="Child1" refType="h" fact="0.078"/>
              <dgm:constr type="w" for="ch" forName="Child1" refType="w" fact="0.3196"/>
              <dgm:constr type="h" for="ch" forName="Child1" refType="h" fact="0.1046"/>
              <dgm:constr type="l" for="ch" forName="Child2" refType="w" fact="0.6804"/>
              <dgm:constr type="t" for="ch" forName="Child2" refType="h" fact="0.231"/>
              <dgm:constr type="w" for="ch" forName="Child2" refType="w" fact="0.3196"/>
              <dgm:constr type="h" for="ch" forName="Child2" refType="h" fact="0.1046"/>
              <dgm:constr type="l" for="ch" forName="Child3" refType="w" fact="0.5348"/>
              <dgm:constr type="t" for="ch" forName="Child3" refType="h" fact="0.3808"/>
              <dgm:constr type="w" for="ch" forName="Child3" refType="w" fact="0.3196"/>
              <dgm:constr type="h" for="ch" forName="Child3" refType="h" fact="0.1046"/>
              <dgm:constr type="l" for="ch" forName="Child4" refType="w" fact="0.6804"/>
              <dgm:constr type="t" for="ch" forName="Child4" refType="h" fact="0.5322"/>
              <dgm:constr type="w" for="ch" forName="Child4" refType="w" fact="0.3196"/>
              <dgm:constr type="h" for="ch" forName="Child4" refType="h" fact="0.1046"/>
              <dgm:constr type="l" for="ch" forName="Child5" refType="w" fact="0.5348"/>
              <dgm:constr type="t" for="ch" forName="Child5" refType="h" fact="0.6833"/>
              <dgm:constr type="w" for="ch" forName="Child5" refType="w" fact="0.3196"/>
              <dgm:constr type="h" for="ch" forName="Child5" refType="h" fact="0.1046"/>
              <dgm:constr type="l" for="ch" forName="Child6" refType="w" fact="0.6804"/>
              <dgm:constr type="t" for="ch" forName="Child6" refType="h" fact="0.8347"/>
              <dgm:constr type="w" for="ch" forName="Child6" refType="w" fact="0.3196"/>
              <dgm:constr type="h" for="ch" forName="Child6" refType="h" fact="0.1046"/>
            </dgm:constrLst>
          </dgm:if>
          <dgm:else name="Name19">
            <dgm:alg type="composite">
              <dgm:param type="ar" val="0.4284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7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7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7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7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7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Child7" refType="primFontSz" refFor="des" refForName="Parent6" op="lte"/>
              <dgm:constr type="primFontSz" for="des" forName="Child1" refType="primFontSz" refFor="des" refForName="Parent7" op="lte"/>
              <dgm:constr type="primFontSz" for="des" forName="Child2" refType="primFontSz" refFor="des" refForName="Parent7" op="lte"/>
              <dgm:constr type="primFontSz" for="des" forName="Child3" refType="primFontSz" refFor="des" refForName="Parent7" op="lte"/>
              <dgm:constr type="primFontSz" for="des" forName="Child4" refType="primFontSz" refFor="des" refForName="Parent7" op="lte"/>
              <dgm:constr type="primFontSz" for="des" forName="Child5" refType="primFontSz" refFor="des" refForName="Parent7" op="lte"/>
              <dgm:constr type="primFontSz" for="des" forName="Child6" refType="primFontSz" refFor="des" refForName="Parent7" op="lte"/>
              <dgm:constr type="primFontSz" for="des" forName="Child7" refType="primFontSz" refFor="des" refForName="Parent7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Parent7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l" for="ch" forName="Accent1" refType="w" fact="0"/>
              <dgm:constr type="t" for="ch" forName="Accent1" refType="h" fact="0"/>
              <dgm:constr type="w" for="ch" forName="Accent1" refType="w" fact="0.5331"/>
              <dgm:constr type="h" for="ch" forName="Accent1" refType="h" fact="0.2284"/>
              <dgm:constr type="l" for="ch" forName="Accent2" refType="w" fact="0.1481"/>
              <dgm:constr type="t" for="ch" forName="Accent2" refType="h" fact="0.1312"/>
              <dgm:constr type="w" for="ch" forName="Accent2" refType="w" fact="0.5331"/>
              <dgm:constr type="h" for="ch" forName="Accent2" refType="h" fact="0.2284"/>
              <dgm:constr type="l" for="ch" forName="Accent3" refType="w" fact="0"/>
              <dgm:constr type="t" for="ch" forName="Accent3" refType="h" fact="0.263"/>
              <dgm:constr type="w" for="ch" forName="Accent3" refType="w" fact="0.5331"/>
              <dgm:constr type="h" for="ch" forName="Accent3" refType="h" fact="0.2284"/>
              <dgm:constr type="l" for="ch" forName="Accent4" refType="w" fact="0.1481"/>
              <dgm:constr type="t" for="ch" forName="Accent4" refType="h" fact="0.3945"/>
              <dgm:constr type="w" for="ch" forName="Accent4" refType="w" fact="0.5331"/>
              <dgm:constr type="h" for="ch" forName="Accent4" refType="h" fact="0.2284"/>
              <dgm:constr type="l" for="ch" forName="Accent5" refType="w" fact="0"/>
              <dgm:constr type="t" for="ch" forName="Accent5" refType="h" fact="0.5258"/>
              <dgm:constr type="w" for="ch" forName="Accent5" refType="w" fact="0.5331"/>
              <dgm:constr type="h" for="ch" forName="Accent5" refType="h" fact="0.2284"/>
              <dgm:constr type="l" for="ch" forName="Accent6" refType="w" fact="0.1481"/>
              <dgm:constr type="t" for="ch" forName="Accent6" refType="h" fact="0.6573"/>
              <dgm:constr type="w" for="ch" forName="Accent6" refType="w" fact="0.5331"/>
              <dgm:constr type="h" for="ch" forName="Accent6" refType="h" fact="0.2284"/>
              <dgm:constr type="l" for="ch" forName="Accent7" refType="w" fact="0.0378"/>
              <dgm:constr type="t" for="ch" forName="Accent7" refType="h" fact="0.8037"/>
              <dgm:constr type="w" for="ch" forName="Accent7" refType="w" fact="0.458"/>
              <dgm:constr type="h" for="ch" forName="Accent7" refType="h" fact="0.1963"/>
              <dgm:constr type="l" for="ch" forName="Parent1" refType="w" fact="0.1171"/>
              <dgm:constr type="t" for="ch" forName="Parent1" refType="h" fact="0.0827"/>
              <dgm:constr type="w" for="ch" forName="Parent1" refType="w" fact="0.2975"/>
              <dgm:constr type="h" for="ch" forName="Parent1" refType="h" fact="0.0637"/>
              <dgm:constr type="l" for="ch" forName="Parent2" refType="w" fact="0.2658"/>
              <dgm:constr type="t" for="ch" forName="Parent2" refType="h" fact="0.2142"/>
              <dgm:constr type="w" for="ch" forName="Parent2" refType="w" fact="0.2975"/>
              <dgm:constr type="h" for="ch" forName="Parent2" refType="h" fact="0.0637"/>
              <dgm:constr type="l" for="ch" forName="Parent3" refType="w" fact="0.1171"/>
              <dgm:constr type="t" for="ch" forName="Parent3" refType="h" fact="0.3457"/>
              <dgm:constr type="w" for="ch" forName="Parent3" refType="w" fact="0.2975"/>
              <dgm:constr type="h" for="ch" forName="Parent3" refType="h" fact="0.0637"/>
              <dgm:constr type="l" for="ch" forName="Parent4" refType="w" fact="0.2658"/>
              <dgm:constr type="t" for="ch" forName="Parent4" refType="h" fact="0.4772"/>
              <dgm:constr type="w" for="ch" forName="Parent4" refType="w" fact="0.2975"/>
              <dgm:constr type="h" for="ch" forName="Parent4" refType="h" fact="0.0637"/>
              <dgm:constr type="l" for="ch" forName="Parent5" refType="w" fact="0.1171"/>
              <dgm:constr type="t" for="ch" forName="Parent5" refType="h" fact="0.6085"/>
              <dgm:constr type="w" for="ch" forName="Parent5" refType="w" fact="0.2975"/>
              <dgm:constr type="h" for="ch" forName="Parent5" refType="h" fact="0.0637"/>
              <dgm:constr type="l" for="ch" forName="Parent6" refType="w" fact="0.2658"/>
              <dgm:constr type="t" for="ch" forName="Parent6" refType="h" fact="0.74"/>
              <dgm:constr type="w" for="ch" forName="Parent6" refType="w" fact="0.2975"/>
              <dgm:constr type="h" for="ch" forName="Parent6" refType="h" fact="0.0637"/>
              <dgm:constr type="l" for="ch" forName="Parent7" refType="w" fact="0.1171"/>
              <dgm:constr type="t" for="ch" forName="Parent7" refType="h" fact="0.8715"/>
              <dgm:constr type="w" for="ch" forName="Parent7" refType="w" fact="0.2975"/>
              <dgm:constr type="h" for="ch" forName="Parent7" refType="h" fact="0.0637"/>
              <dgm:constr type="l" for="ch" forName="Child1" refType="w" fact="0.5348"/>
              <dgm:constr type="t" for="ch" forName="Child1" refType="h" fact="0.0678"/>
              <dgm:constr type="w" for="ch" forName="Child1" refType="w" fact="0.3196"/>
              <dgm:constr type="h" for="ch" forName="Child1" refType="h" fact="0.0908"/>
              <dgm:constr type="l" for="ch" forName="Child2" refType="w" fact="0.6804"/>
              <dgm:constr type="t" for="ch" forName="Child2" refType="h" fact="0.2006"/>
              <dgm:constr type="w" for="ch" forName="Child2" refType="w" fact="0.3196"/>
              <dgm:constr type="h" for="ch" forName="Child2" refType="h" fact="0.0908"/>
              <dgm:constr type="l" for="ch" forName="Child3" refType="w" fact="0.5348"/>
              <dgm:constr type="t" for="ch" forName="Child3" refType="h" fact="0.3308"/>
              <dgm:constr type="w" for="ch" forName="Child3" refType="w" fact="0.3196"/>
              <dgm:constr type="h" for="ch" forName="Child3" refType="h" fact="0.0908"/>
              <dgm:constr type="l" for="ch" forName="Child4" refType="w" fact="0.6804"/>
              <dgm:constr type="t" for="ch" forName="Child4" refType="h" fact="0.4623"/>
              <dgm:constr type="w" for="ch" forName="Child4" refType="w" fact="0.3196"/>
              <dgm:constr type="h" for="ch" forName="Child4" refType="h" fact="0.0908"/>
              <dgm:constr type="l" for="ch" forName="Child5" refType="w" fact="0.5348"/>
              <dgm:constr type="t" for="ch" forName="Child5" refType="h" fact="0.5936"/>
              <dgm:constr type="w" for="ch" forName="Child5" refType="w" fact="0.3196"/>
              <dgm:constr type="h" for="ch" forName="Child5" refType="h" fact="0.0908"/>
              <dgm:constr type="l" for="ch" forName="Child6" refType="w" fact="0.6804"/>
              <dgm:constr type="t" for="ch" forName="Child6" refType="h" fact="0.7251"/>
              <dgm:constr type="w" for="ch" forName="Child6" refType="w" fact="0.3196"/>
              <dgm:constr type="h" for="ch" forName="Child6" refType="h" fact="0.0908"/>
              <dgm:constr type="l" for="ch" forName="Child7" refType="w" fact="0.5348"/>
              <dgm:constr type="t" for="ch" forName="Child7" refType="h" fact="0.8579"/>
              <dgm:constr type="w" for="ch" forName="Child7" refType="w" fact="0.3196"/>
              <dgm:constr type="h" for="ch" forName="Child7" refType="h" fact="0.0908"/>
            </dgm:constrLst>
          </dgm:else>
        </dgm:choose>
      </dgm:else>
    </dgm:choose>
    <dgm:forEach name="wrapper" axis="self" ptType="parTrans">
      <dgm:forEach name="accentRepeat" axis="self">
        <dgm:layoutNode name="Accent" styleLbl="node1">
          <dgm:alg type="sp"/>
          <dgm:choose name="Name20">
            <dgm:if name="Name21" func="var" arg="dir" op="equ" val="norm">
              <dgm:choose name="Name22">
                <dgm:if name="Name23" axis="precedSib" ptType="node" func="cnt" op="equ" val="0">
                  <dgm:choose name="Name24">
                    <dgm:if name="Name25" axis="followSib" ptType="node" func="cnt" op="equ" val="0">
                      <dgm:shape xmlns:r="http://schemas.openxmlformats.org/officeDocument/2006/relationships" type="circularArrow" r:blip="">
                        <dgm:adjLst>
                          <dgm:adj idx="1" val="0.1098"/>
                          <dgm:adj idx="2" val="19.0387"/>
                          <dgm:adj idx="3" val="150"/>
                          <dgm:adj idx="4" val="180"/>
                          <dgm:adj idx="5" val="0.125"/>
                        </dgm:adjLst>
                      </dgm:shape>
                    </dgm:if>
                    <dgm:else name="Name26">
                      <dgm:shape xmlns:r="http://schemas.openxmlformats.org/officeDocument/2006/relationships" type="circularArrow" r:blip="">
                        <dgm:adjLst>
                          <dgm:adj idx="1" val="0.1098"/>
                          <dgm:adj idx="2" val="19.0387"/>
                          <dgm:adj idx="3" val="75"/>
                          <dgm:adj idx="4" val="180"/>
                          <dgm:adj idx="5" val="0.125"/>
                        </dgm:adjLst>
                      </dgm:shape>
                    </dgm:else>
                  </dgm:choose>
                </dgm:if>
                <dgm:else name="Name27">
                  <dgm:choose name="Name28">
                    <dgm:if name="Name29" axis="followSib" ptType="node" func="cnt" op="equ" val="0">
                      <dgm:choose name="Name30">
                        <dgm:if name="Name31" axis="precedSib" ptType="node" func="cnt" op="equ" val="1">
                          <dgm:shape xmlns:r="http://schemas.openxmlformats.org/officeDocument/2006/relationships" type="blockArc" r:blip="">
                            <dgm:adjLst>
                              <dgm:adj idx="1" val="0"/>
                              <dgm:adj idx="2" val="-45"/>
                              <dgm:adj idx="3" val="0.1274"/>
                            </dgm:adjLst>
                          </dgm:shape>
                        </dgm:if>
                        <dgm:if name="Name32" axis="precedSib" ptType="node" func="cnt" op="equ" val="2">
                          <dgm:shape xmlns:r="http://schemas.openxmlformats.org/officeDocument/2006/relationships" type="blockArc" r:blip="">
                            <dgm:adjLst>
                              <dgm:adj idx="1" val="-135"/>
                              <dgm:adj idx="2" val="180"/>
                              <dgm:adj idx="3" val="0.1274"/>
                            </dgm:adjLst>
                          </dgm:shape>
                        </dgm:if>
                        <dgm:if name="Name33" axis="precedSib" ptType="node" func="cnt" op="equ" val="3">
                          <dgm:shape xmlns:r="http://schemas.openxmlformats.org/officeDocument/2006/relationships" type="blockArc" r:blip="">
                            <dgm:adjLst>
                              <dgm:adj idx="1" val="0"/>
                              <dgm:adj idx="2" val="-45"/>
                              <dgm:adj idx="3" val="0.1274"/>
                            </dgm:adjLst>
                          </dgm:shape>
                        </dgm:if>
                        <dgm:if name="Name34" axis="precedSib" ptType="node" func="cnt" op="equ" val="4">
                          <dgm:shape xmlns:r="http://schemas.openxmlformats.org/officeDocument/2006/relationships" type="blockArc" r:blip="">
                            <dgm:adjLst>
                              <dgm:adj idx="1" val="-135"/>
                              <dgm:adj idx="2" val="180"/>
                              <dgm:adj idx="3" val="0.1274"/>
                            </dgm:adjLst>
                          </dgm:shape>
                        </dgm:if>
                        <dgm:if name="Name35" axis="precedSib" ptType="node" func="cnt" op="equ" val="5">
                          <dgm:shape xmlns:r="http://schemas.openxmlformats.org/officeDocument/2006/relationships" type="blockArc" r:blip="">
                            <dgm:adjLst>
                              <dgm:adj idx="1" val="0"/>
                              <dgm:adj idx="2" val="-45"/>
                              <dgm:adj idx="3" val="0.1274"/>
                            </dgm:adjLst>
                          </dgm:shape>
                        </dgm:if>
                        <dgm:if name="Name36" axis="precedSib" ptType="node" func="cnt" op="equ" val="6">
                          <dgm:shape xmlns:r="http://schemas.openxmlformats.org/officeDocument/2006/relationships" type="blockArc" r:blip="">
                            <dgm:adjLst>
                              <dgm:adj idx="1" val="-135"/>
                              <dgm:adj idx="2" val="180"/>
                              <dgm:adj idx="3" val="0.1274"/>
                            </dgm:adjLst>
                          </dgm:shape>
                        </dgm:if>
                        <dgm:else name="Name37"/>
                      </dgm:choose>
                    </dgm:if>
                    <dgm:else name="Name38">
                      <dgm:choose name="Name39">
                        <dgm:if name="Name40" axis="precedSib" ptType="node" func="cnt" op="equ" val="0">
                          <dgm:shape xmlns:r="http://schemas.openxmlformats.org/officeDocument/2006/relationships" type="blockArc" r:blip="">
                            <dgm:adjLst>
                              <dgm:adj idx="1" val="-133.1632"/>
                              <dgm:adj idx="2" val="65"/>
                              <dgm:adj idx="3" val="0.13"/>
                            </dgm:adjLst>
                          </dgm:shape>
                        </dgm:if>
                        <dgm:if name="Name41" axis="precedSib" ptType="node" func="cnt" op="equ" val="1">
                          <dgm:shape xmlns:r="http://schemas.openxmlformats.org/officeDocument/2006/relationships" type="leftCircularArrow" r:blip="">
                            <dgm:adjLst>
                              <dgm:adj idx="1" val="0.1098"/>
                              <dgm:adj idx="2" val="19.0387"/>
                              <dgm:adj idx="3" val="105"/>
                              <dgm:adj idx="4" val="-45"/>
                              <dgm:adj idx="5" val="0.125"/>
                            </dgm:adjLst>
                          </dgm:shape>
                        </dgm:if>
                        <dgm:if name="Name42" axis="precedSib" ptType="node" func="cnt" op="equ" val="2">
                          <dgm:shape xmlns:r="http://schemas.openxmlformats.org/officeDocument/2006/relationships" type="circularArrow" r:blip="">
                            <dgm:adjLst>
                              <dgm:adj idx="1" val="0.1098"/>
                              <dgm:adj idx="2" val="19.0387"/>
                              <dgm:adj idx="3" val="75"/>
                              <dgm:adj idx="4" val="-135"/>
                              <dgm:adj idx="5" val="0.125"/>
                            </dgm:adjLst>
                          </dgm:shape>
                        </dgm:if>
                        <dgm:if name="Name43" axis="precedSib" ptType="node" func="cnt" op="equ" val="3">
                          <dgm:shape xmlns:r="http://schemas.openxmlformats.org/officeDocument/2006/relationships" type="leftCircularArrow" r:blip="">
                            <dgm:adjLst>
                              <dgm:adj idx="1" val="0.1098"/>
                              <dgm:adj idx="2" val="19.0387"/>
                              <dgm:adj idx="3" val="105"/>
                              <dgm:adj idx="4" val="-45"/>
                              <dgm:adj idx="5" val="0.125"/>
                            </dgm:adjLst>
                          </dgm:shape>
                        </dgm:if>
                        <dgm:if name="Name44" axis="precedSib" ptType="node" func="cnt" op="equ" val="4">
                          <dgm:shape xmlns:r="http://schemas.openxmlformats.org/officeDocument/2006/relationships" type="circularArrow" r:blip="">
                            <dgm:adjLst>
                              <dgm:adj idx="1" val="0.1098"/>
                              <dgm:adj idx="2" val="19.0387"/>
                              <dgm:adj idx="3" val="75"/>
                              <dgm:adj idx="4" val="-135"/>
                              <dgm:adj idx="5" val="0.125"/>
                            </dgm:adjLst>
                          </dgm:shape>
                        </dgm:if>
                        <dgm:if name="Name45" axis="precedSib" ptType="node" func="cnt" op="equ" val="5">
                          <dgm:shape xmlns:r="http://schemas.openxmlformats.org/officeDocument/2006/relationships" type="leftCircularArrow" r:blip="">
                            <dgm:adjLst>
                              <dgm:adj idx="1" val="0.1098"/>
                              <dgm:adj idx="2" val="19.0387"/>
                              <dgm:adj idx="3" val="105"/>
                              <dgm:adj idx="4" val="-45"/>
                              <dgm:adj idx="5" val="0.125"/>
                            </dgm:adjLst>
                          </dgm:shape>
                        </dgm:if>
                        <dgm:if name="Name46" axis="precedSib" ptType="node" func="cnt" op="equ" val="6">
                          <dgm:shape xmlns:r="http://schemas.openxmlformats.org/officeDocument/2006/relationships" type="blockArc" r:blip="">
                            <dgm:adjLst>
                              <dgm:adj idx="1" val="-135"/>
                              <dgm:adj idx="2" val="180"/>
                              <dgm:adj idx="3" val="0.1274"/>
                            </dgm:adjLst>
                          </dgm:shape>
                        </dgm:if>
                        <dgm:else name="Name47"/>
                      </dgm:choose>
                    </dgm:else>
                  </dgm:choose>
                </dgm:else>
              </dgm:choose>
            </dgm:if>
            <dgm:else name="Name48">
              <dgm:choose name="Name49">
                <dgm:if name="Name50" axis="precedSib" ptType="node" func="cnt" op="equ" val="0">
                  <dgm:choose name="Name51">
                    <dgm:if name="Name52" axis="followSib" ptType="node" func="cnt" op="equ" val="0">
                      <dgm:shape xmlns:r="http://schemas.openxmlformats.org/officeDocument/2006/relationships" type="leftCircularArrow" r:blip="">
                        <dgm:adjLst>
                          <dgm:adj idx="1" val="0.1098"/>
                          <dgm:adj idx="2" val="19.0387"/>
                          <dgm:adj idx="3" val="30"/>
                          <dgm:adj idx="4" val="0"/>
                          <dgm:adj idx="5" val="0.125"/>
                        </dgm:adjLst>
                      </dgm:shape>
                    </dgm:if>
                    <dgm:else name="Name53">
                      <dgm:shape xmlns:r="http://schemas.openxmlformats.org/officeDocument/2006/relationships" type="leftCircularArrow" r:blip="">
                        <dgm:adjLst>
                          <dgm:adj idx="1" val="0.1098"/>
                          <dgm:adj idx="2" val="19.0387"/>
                          <dgm:adj idx="3" val="105"/>
                          <dgm:adj idx="4" val="0"/>
                          <dgm:adj idx="5" val="0.125"/>
                        </dgm:adjLst>
                      </dgm:shape>
                    </dgm:else>
                  </dgm:choose>
                </dgm:if>
                <dgm:else name="Name54">
                  <dgm:choose name="Name55">
                    <dgm:if name="Name56" axis="followSib" ptType="node" func="cnt" op="equ" val="0">
                      <dgm:choose name="Name57">
                        <dgm:if name="Name58" axis="precedSib" ptType="node" func="cnt" op="equ" val="1">
                          <dgm:shape xmlns:r="http://schemas.openxmlformats.org/officeDocument/2006/relationships" type="blockArc" r:blip="">
                            <dgm:adjLst>
                              <dgm:adj idx="1" val="-135"/>
                              <dgm:adj idx="2" val="180"/>
                              <dgm:adj idx="3" val="0.1274"/>
                            </dgm:adjLst>
                          </dgm:shape>
                        </dgm:if>
                        <dgm:if name="Name59" axis="precedSib" ptType="node" func="cnt" op="equ" val="2">
                          <dgm:shape xmlns:r="http://schemas.openxmlformats.org/officeDocument/2006/relationships" type="blockArc" r:blip="">
                            <dgm:adjLst>
                              <dgm:adj idx="1" val="0"/>
                              <dgm:adj idx="2" val="-45"/>
                              <dgm:adj idx="3" val="0.1274"/>
                            </dgm:adjLst>
                          </dgm:shape>
                        </dgm:if>
                        <dgm:if name="Name60" axis="precedSib" ptType="node" func="cnt" op="equ" val="3">
                          <dgm:shape xmlns:r="http://schemas.openxmlformats.org/officeDocument/2006/relationships" type="blockArc" r:blip="">
                            <dgm:adjLst>
                              <dgm:adj idx="1" val="-135"/>
                              <dgm:adj idx="2" val="180"/>
                              <dgm:adj idx="3" val="0.1274"/>
                            </dgm:adjLst>
                          </dgm:shape>
                        </dgm:if>
                        <dgm:if name="Name61" axis="precedSib" ptType="node" func="cnt" op="equ" val="4">
                          <dgm:shape xmlns:r="http://schemas.openxmlformats.org/officeDocument/2006/relationships" type="blockArc" r:blip="">
                            <dgm:adjLst>
                              <dgm:adj idx="1" val="0"/>
                              <dgm:adj idx="2" val="-45"/>
                              <dgm:adj idx="3" val="0.1274"/>
                            </dgm:adjLst>
                          </dgm:shape>
                        </dgm:if>
                        <dgm:if name="Name62" axis="precedSib" ptType="node" func="cnt" op="equ" val="5">
                          <dgm:shape xmlns:r="http://schemas.openxmlformats.org/officeDocument/2006/relationships" type="blockArc" r:blip="">
                            <dgm:adjLst>
                              <dgm:adj idx="1" val="-135"/>
                              <dgm:adj idx="2" val="180"/>
                              <dgm:adj idx="3" val="0.1274"/>
                            </dgm:adjLst>
                          </dgm:shape>
                        </dgm:if>
                        <dgm:if name="Name63" axis="precedSib" ptType="node" func="cnt" op="equ" val="6">
                          <dgm:shape xmlns:r="http://schemas.openxmlformats.org/officeDocument/2006/relationships" type="blockArc" r:blip="">
                            <dgm:adjLst>
                              <dgm:adj idx="1" val="0"/>
                              <dgm:adj idx="2" val="-45"/>
                              <dgm:adj idx="3" val="0.1274"/>
                            </dgm:adjLst>
                          </dgm:shape>
                        </dgm:if>
                        <dgm:else name="Name64"/>
                      </dgm:choose>
                    </dgm:if>
                    <dgm:else name="Name65">
                      <dgm:choose name="Name66">
                        <dgm:if name="Name67" axis="precedSib" ptType="node" func="cnt" op="equ" val="0">
                          <dgm:shape xmlns:r="http://schemas.openxmlformats.org/officeDocument/2006/relationships" type="blockArc" r:blip="">
                            <dgm:adjLst>
                              <dgm:adj idx="1" val="-133.1632"/>
                              <dgm:adj idx="2" val="65"/>
                              <dgm:adj idx="3" val="0.13"/>
                            </dgm:adjLst>
                          </dgm:shape>
                        </dgm:if>
                        <dgm:if name="Name68" axis="precedSib" ptType="node" func="cnt" op="equ" val="1">
                          <dgm:shape xmlns:r="http://schemas.openxmlformats.org/officeDocument/2006/relationships" type="circularArrow" r:blip="">
                            <dgm:adjLst>
                              <dgm:adj idx="1" val="0.1098"/>
                              <dgm:adj idx="2" val="19.0387"/>
                              <dgm:adj idx="3" val="75"/>
                              <dgm:adj idx="4" val="-135"/>
                              <dgm:adj idx="5" val="0.125"/>
                            </dgm:adjLst>
                          </dgm:shape>
                        </dgm:if>
                        <dgm:if name="Name69" axis="precedSib" ptType="node" func="cnt" op="equ" val="2">
                          <dgm:shape xmlns:r="http://schemas.openxmlformats.org/officeDocument/2006/relationships" type="leftCircularArrow" r:blip="">
                            <dgm:adjLst>
                              <dgm:adj idx="1" val="0.1098"/>
                              <dgm:adj idx="2" val="19.0387"/>
                              <dgm:adj idx="3" val="105"/>
                              <dgm:adj idx="4" val="-45"/>
                              <dgm:adj idx="5" val="0.125"/>
                            </dgm:adjLst>
                          </dgm:shape>
                        </dgm:if>
                        <dgm:if name="Name70" axis="precedSib" ptType="node" func="cnt" op="equ" val="3">
                          <dgm:shape xmlns:r="http://schemas.openxmlformats.org/officeDocument/2006/relationships" type="circularArrow" r:blip="">
                            <dgm:adjLst>
                              <dgm:adj idx="1" val="0.1098"/>
                              <dgm:adj idx="2" val="19.0387"/>
                              <dgm:adj idx="3" val="75"/>
                              <dgm:adj idx="4" val="-135"/>
                              <dgm:adj idx="5" val="0.125"/>
                            </dgm:adjLst>
                          </dgm:shape>
                        </dgm:if>
                        <dgm:if name="Name71" axis="precedSib" ptType="node" func="cnt" op="equ" val="4">
                          <dgm:shape xmlns:r="http://schemas.openxmlformats.org/officeDocument/2006/relationships" type="leftCircularArrow" r:blip="">
                            <dgm:adjLst>
                              <dgm:adj idx="1" val="0.1098"/>
                              <dgm:adj idx="2" val="19.0387"/>
                              <dgm:adj idx="3" val="105"/>
                              <dgm:adj idx="4" val="-45"/>
                              <dgm:adj idx="5" val="0.125"/>
                            </dgm:adjLst>
                          </dgm:shape>
                        </dgm:if>
                        <dgm:if name="Name72" axis="precedSib" ptType="node" func="cnt" op="equ" val="5">
                          <dgm:shape xmlns:r="http://schemas.openxmlformats.org/officeDocument/2006/relationships" type="circularArrow" r:blip="">
                            <dgm:adjLst>
                              <dgm:adj idx="1" val="0.1098"/>
                              <dgm:adj idx="2" val="19.0387"/>
                              <dgm:adj idx="3" val="75"/>
                              <dgm:adj idx="4" val="-135"/>
                              <dgm:adj idx="5" val="0.125"/>
                            </dgm:adjLst>
                          </dgm:shape>
                        </dgm:if>
                        <dgm:if name="Name73" axis="precedSib" ptType="node" func="cnt" op="equ" val="6">
                          <dgm:shape xmlns:r="http://schemas.openxmlformats.org/officeDocument/2006/relationships" type="blockArc" r:blip="">
                            <dgm:adjLst>
                              <dgm:adj idx="1" val="0"/>
                              <dgm:adj idx="2" val="-45"/>
                              <dgm:adj idx="3" val="0.1274"/>
                            </dgm:adjLst>
                          </dgm:shape>
                        </dgm:if>
                        <dgm:else name="Name74"/>
                      </dgm:choose>
                    </dgm:else>
                  </dgm:choose>
                </dgm:else>
              </dgm:choose>
            </dgm:else>
          </dgm:choose>
          <dgm:presOf/>
        </dgm:layoutNode>
      </dgm:forEach>
    </dgm:forEach>
    <dgm:forEach name="Name75" axis="ch" ptType="node" cnt="1">
      <dgm:layoutNode name="Accent1">
        <dgm:alg type="sp"/>
        <dgm:shape xmlns:r="http://schemas.openxmlformats.org/officeDocument/2006/relationships" r:blip="">
          <dgm:adjLst/>
        </dgm:shape>
        <dgm:presOf/>
        <dgm:constrLst/>
        <dgm:forEach name="Name76" ref="accentRepeat"/>
      </dgm:layoutNode>
      <dgm:choose name="Name77">
        <dgm:if name="Name78" axis="ch" ptType="node" func="cnt" op="gte" val="1">
          <dgm:layoutNode name="Child1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Ch" val="mid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05"/>
              <dgm:constr type="rMarg" refType="primFontSz" fact="0.05"/>
              <dgm:constr type="tMarg" refType="primFontSz" fact="0.05"/>
              <dgm:constr type="bMarg" refType="primFontSz" fact="0.05"/>
            </dgm:constrLst>
            <dgm:ruleLst>
              <dgm:rule type="primFontSz" val="5" fact="NaN" max="NaN"/>
            </dgm:ruleLst>
          </dgm:layoutNode>
        </dgm:if>
        <dgm:else name="Name79"/>
      </dgm:choose>
      <dgm:layoutNode name="Parent1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>
          <dgm:adjLst/>
        </dgm:shape>
        <dgm:presOf axis="self" ptType="node"/>
        <dgm:constrLst>
          <dgm:constr type="lMarg" refType="primFontSz" fact="0.05"/>
          <dgm:constr type="rMarg" refType="primFontSz" fact="0.05"/>
          <dgm:constr type="tMarg" refType="primFontSz" fact="0.05"/>
          <dgm:constr type="bMarg" refType="primFontSz" fact="0.05"/>
        </dgm:constrLst>
        <dgm:ruleLst>
          <dgm:rule type="primFontSz" val="5" fact="NaN" max="NaN"/>
        </dgm:ruleLst>
      </dgm:layoutNode>
    </dgm:forEach>
    <dgm:forEach name="Name80" axis="ch" ptType="node" st="2" cnt="1">
      <dgm:layoutNode name="Accent2">
        <dgm:alg type="sp"/>
        <dgm:shape xmlns:r="http://schemas.openxmlformats.org/officeDocument/2006/relationships" r:blip="">
          <dgm:adjLst/>
        </dgm:shape>
        <dgm:presOf/>
        <dgm:constrLst/>
        <dgm:forEach name="Name81" ref="accentRepeat"/>
      </dgm:layoutNode>
      <dgm:choose name="Name82">
        <dgm:if name="Name83" axis="ch" ptType="node" func="cnt" op="gte" val="1">
          <dgm:layoutNode name="Child2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Ch" val="mid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05"/>
              <dgm:constr type="rMarg" refType="primFontSz" fact="0.05"/>
              <dgm:constr type="tMarg" refType="primFontSz" fact="0.05"/>
              <dgm:constr type="bMarg" refType="primFontSz" fact="0.05"/>
            </dgm:constrLst>
            <dgm:ruleLst>
              <dgm:rule type="primFontSz" val="5" fact="NaN" max="NaN"/>
            </dgm:ruleLst>
          </dgm:layoutNode>
        </dgm:if>
        <dgm:else name="Name84"/>
      </dgm:choose>
      <dgm:layoutNode name="Parent2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>
          <dgm:adjLst/>
        </dgm:shape>
        <dgm:presOf axis="self" ptType="node"/>
        <dgm:constrLst>
          <dgm:constr type="lMarg" refType="primFontSz" fact="0.05"/>
          <dgm:constr type="rMarg" refType="primFontSz" fact="0.05"/>
          <dgm:constr type="tMarg" refType="primFontSz" fact="0.05"/>
          <dgm:constr type="bMarg" refType="primFontSz" fact="0.05"/>
        </dgm:constrLst>
        <dgm:ruleLst>
          <dgm:rule type="primFontSz" val="5" fact="NaN" max="NaN"/>
        </dgm:ruleLst>
      </dgm:layoutNode>
    </dgm:forEach>
    <dgm:forEach name="Name85" axis="ch" ptType="node" st="3" cnt="1">
      <dgm:layoutNode name="Accent3">
        <dgm:alg type="sp"/>
        <dgm:shape xmlns:r="http://schemas.openxmlformats.org/officeDocument/2006/relationships" r:blip="">
          <dgm:adjLst/>
        </dgm:shape>
        <dgm:presOf/>
        <dgm:constrLst/>
        <dgm:forEach name="Name86" ref="accentRepeat"/>
      </dgm:layoutNode>
      <dgm:choose name="Name87">
        <dgm:if name="Name88" axis="ch" ptType="node" func="cnt" op="gte" val="1">
          <dgm:layoutNode name="Child3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Ch" val="mid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05"/>
              <dgm:constr type="rMarg" refType="primFontSz" fact="0.05"/>
              <dgm:constr type="tMarg" refType="primFontSz" fact="0.05"/>
              <dgm:constr type="bMarg" refType="primFontSz" fact="0.05"/>
            </dgm:constrLst>
            <dgm:ruleLst>
              <dgm:rule type="primFontSz" val="5" fact="NaN" max="NaN"/>
            </dgm:ruleLst>
          </dgm:layoutNode>
        </dgm:if>
        <dgm:else name="Name89"/>
      </dgm:choose>
      <dgm:layoutNode name="Parent3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>
          <dgm:adjLst/>
        </dgm:shape>
        <dgm:presOf axis="self" ptType="node"/>
        <dgm:constrLst>
          <dgm:constr type="lMarg" refType="primFontSz" fact="0.05"/>
          <dgm:constr type="rMarg" refType="primFontSz" fact="0.05"/>
          <dgm:constr type="tMarg" refType="primFontSz" fact="0.05"/>
          <dgm:constr type="bMarg" refType="primFontSz" fact="0.05"/>
        </dgm:constrLst>
        <dgm:ruleLst>
          <dgm:rule type="primFontSz" val="5" fact="NaN" max="NaN"/>
        </dgm:ruleLst>
      </dgm:layoutNode>
    </dgm:forEach>
    <dgm:forEach name="Name90" axis="ch" ptType="node" st="4" cnt="1">
      <dgm:layoutNode name="Accent4">
        <dgm:alg type="sp"/>
        <dgm:shape xmlns:r="http://schemas.openxmlformats.org/officeDocument/2006/relationships" r:blip="">
          <dgm:adjLst/>
        </dgm:shape>
        <dgm:presOf/>
        <dgm:constrLst/>
        <dgm:forEach name="Name91" ref="accentRepeat"/>
      </dgm:layoutNode>
      <dgm:choose name="Name92">
        <dgm:if name="Name93" axis="ch" ptType="node" func="cnt" op="gte" val="1">
          <dgm:layoutNode name="Child4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Ch" val="mid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05"/>
              <dgm:constr type="rMarg" refType="primFontSz" fact="0.05"/>
              <dgm:constr type="tMarg" refType="primFontSz" fact="0.05"/>
              <dgm:constr type="bMarg" refType="primFontSz" fact="0.05"/>
            </dgm:constrLst>
            <dgm:ruleLst>
              <dgm:rule type="primFontSz" val="5" fact="NaN" max="NaN"/>
            </dgm:ruleLst>
          </dgm:layoutNode>
        </dgm:if>
        <dgm:else name="Name94"/>
      </dgm:choose>
      <dgm:layoutNode name="Parent4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>
          <dgm:adjLst/>
        </dgm:shape>
        <dgm:presOf axis="self" ptType="node"/>
        <dgm:constrLst>
          <dgm:constr type="lMarg" refType="primFontSz" fact="0.05"/>
          <dgm:constr type="rMarg" refType="primFontSz" fact="0.05"/>
          <dgm:constr type="tMarg" refType="primFontSz" fact="0.05"/>
          <dgm:constr type="bMarg" refType="primFontSz" fact="0.05"/>
        </dgm:constrLst>
        <dgm:ruleLst>
          <dgm:rule type="primFontSz" val="5" fact="NaN" max="NaN"/>
        </dgm:ruleLst>
      </dgm:layoutNode>
    </dgm:forEach>
    <dgm:forEach name="Name95" axis="ch" ptType="node" st="5" cnt="1">
      <dgm:layoutNode name="Accent5">
        <dgm:alg type="sp"/>
        <dgm:shape xmlns:r="http://schemas.openxmlformats.org/officeDocument/2006/relationships" r:blip="">
          <dgm:adjLst/>
        </dgm:shape>
        <dgm:presOf/>
        <dgm:constrLst/>
        <dgm:forEach name="Name96" ref="accentRepeat"/>
      </dgm:layoutNode>
      <dgm:choose name="Name97">
        <dgm:if name="Name98" axis="ch" ptType="node" func="cnt" op="gte" val="1">
          <dgm:layoutNode name="Child5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Ch" val="mid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05"/>
              <dgm:constr type="rMarg" refType="primFontSz" fact="0.05"/>
              <dgm:constr type="tMarg" refType="primFontSz" fact="0.05"/>
              <dgm:constr type="bMarg" refType="primFontSz" fact="0.05"/>
            </dgm:constrLst>
            <dgm:ruleLst>
              <dgm:rule type="primFontSz" val="5" fact="NaN" max="NaN"/>
            </dgm:ruleLst>
          </dgm:layoutNode>
        </dgm:if>
        <dgm:else name="Name99"/>
      </dgm:choose>
      <dgm:layoutNode name="Parent5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>
          <dgm:adjLst/>
        </dgm:shape>
        <dgm:presOf axis="self" ptType="node"/>
        <dgm:constrLst>
          <dgm:constr type="lMarg" refType="primFontSz" fact="0.05"/>
          <dgm:constr type="rMarg" refType="primFontSz" fact="0.05"/>
          <dgm:constr type="tMarg" refType="primFontSz" fact="0.05"/>
          <dgm:constr type="bMarg" refType="primFontSz" fact="0.05"/>
        </dgm:constrLst>
        <dgm:ruleLst>
          <dgm:rule type="primFontSz" val="5" fact="NaN" max="NaN"/>
        </dgm:ruleLst>
      </dgm:layoutNode>
    </dgm:forEach>
    <dgm:forEach name="Name100" axis="ch" ptType="node" st="6" cnt="1">
      <dgm:layoutNode name="Accent6">
        <dgm:alg type="sp"/>
        <dgm:shape xmlns:r="http://schemas.openxmlformats.org/officeDocument/2006/relationships" r:blip="">
          <dgm:adjLst/>
        </dgm:shape>
        <dgm:presOf/>
        <dgm:constrLst/>
        <dgm:forEach name="Name101" ref="accentRepeat"/>
      </dgm:layoutNode>
      <dgm:choose name="Name102">
        <dgm:if name="Name103" axis="ch" ptType="node" func="cnt" op="gte" val="1">
          <dgm:layoutNode name="Child6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Ch" val="mid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05"/>
              <dgm:constr type="rMarg" refType="primFontSz" fact="0.05"/>
              <dgm:constr type="tMarg" refType="primFontSz" fact="0.05"/>
              <dgm:constr type="bMarg" refType="primFontSz" fact="0.05"/>
            </dgm:constrLst>
            <dgm:ruleLst>
              <dgm:rule type="primFontSz" val="5" fact="NaN" max="NaN"/>
            </dgm:ruleLst>
          </dgm:layoutNode>
        </dgm:if>
        <dgm:else name="Name104"/>
      </dgm:choose>
      <dgm:layoutNode name="Parent6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>
          <dgm:adjLst/>
        </dgm:shape>
        <dgm:presOf axis="self" ptType="node"/>
        <dgm:constrLst>
          <dgm:constr type="lMarg" refType="primFontSz" fact="0.05"/>
          <dgm:constr type="rMarg" refType="primFontSz" fact="0.05"/>
          <dgm:constr type="tMarg" refType="primFontSz" fact="0.05"/>
          <dgm:constr type="bMarg" refType="primFontSz" fact="0.05"/>
        </dgm:constrLst>
        <dgm:ruleLst>
          <dgm:rule type="primFontSz" val="5" fact="NaN" max="NaN"/>
        </dgm:ruleLst>
      </dgm:layoutNode>
    </dgm:forEach>
    <dgm:forEach name="Name105" axis="ch" ptType="node" st="7" cnt="1">
      <dgm:layoutNode name="Accent7">
        <dgm:alg type="sp"/>
        <dgm:shape xmlns:r="http://schemas.openxmlformats.org/officeDocument/2006/relationships" r:blip="">
          <dgm:adjLst/>
        </dgm:shape>
        <dgm:presOf/>
        <dgm:constrLst/>
        <dgm:forEach name="Name106" ref="accentRepeat"/>
      </dgm:layoutNode>
      <dgm:choose name="Name107">
        <dgm:if name="Name108" axis="ch" ptType="node" func="cnt" op="gte" val="1">
          <dgm:layoutNode name="Child7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Ch" val="mid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05"/>
              <dgm:constr type="rMarg" refType="primFontSz" fact="0.05"/>
              <dgm:constr type="tMarg" refType="primFontSz" fact="0.05"/>
              <dgm:constr type="bMarg" refType="primFontSz" fact="0.05"/>
            </dgm:constrLst>
            <dgm:ruleLst>
              <dgm:rule type="primFontSz" val="5" fact="NaN" max="NaN"/>
            </dgm:ruleLst>
          </dgm:layoutNode>
        </dgm:if>
        <dgm:else name="Name109"/>
      </dgm:choose>
      <dgm:layoutNode name="Parent7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>
          <dgm:adjLst/>
        </dgm:shape>
        <dgm:presOf axis="self" ptType="node"/>
        <dgm:constrLst>
          <dgm:constr type="lMarg" refType="primFontSz" fact="0.05"/>
          <dgm:constr type="rMarg" refType="primFontSz" fact="0.05"/>
          <dgm:constr type="tMarg" refType="primFontSz" fact="0.05"/>
          <dgm:constr type="bMarg" refType="primFontSz" fact="0.05"/>
        </dgm:constrLst>
        <dgm:ruleLst>
          <dgm:rule type="primFontSz" val="5" fact="NaN" max="NaN"/>
        </dgm:ruleLst>
      </dgm:layoutNod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3d4">
  <dgm:title val=""/>
  <dgm:desc val=""/>
  <dgm:catLst>
    <dgm:cat type="3D" pri="11400"/>
  </dgm:catLst>
  <dgm:scene3d>
    <a:camera prst="orthographicFront"/>
    <a:lightRig rig="threePt" dir="t"/>
  </dgm:scene3d>
  <dgm:styleLbl name="node0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chilly" dir="t"/>
    </dgm:scene3d>
    <dgm:sp3d z="12700" extrusionH="12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ImgPlace1">
    <dgm:scene3d>
      <a:camera prst="orthographicFront"/>
      <a:lightRig rig="chilly" dir="t"/>
    </dgm:scene3d>
    <dgm:sp3d z="-25700"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chilly" dir="t"/>
    </dgm:scene3d>
    <dgm:sp3d z="-700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chilly" dir="t"/>
    </dgm:scene3d>
    <dgm:sp3d z="12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/>
      <a:lightRig rig="chilly" dir="t"/>
    </dgm:scene3d>
    <dgm:sp3d z="-25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/>
      <a:lightRig rig="chilly" dir="t"/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chilly" dir="t"/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chilly" dir="t"/>
    </dgm:scene3d>
    <dgm:sp3d z="1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2">
    <dgm:scene3d>
      <a:camera prst="orthographicFront"/>
      <a:lightRig rig="chilly" dir="t"/>
    </dgm:scene3d>
    <dgm:sp3d z="1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3">
    <dgm:scene3d>
      <a:camera prst="orthographicFront"/>
      <a:lightRig rig="chilly" dir="t"/>
    </dgm:scene3d>
    <dgm:sp3d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4">
    <dgm:scene3d>
      <a:camera prst="orthographicFront"/>
      <a:lightRig rig="chilly" dir="t"/>
    </dgm:scene3d>
    <dgm:sp3d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1D1">
    <dgm:scene3d>
      <a:camera prst="orthographicFront"/>
      <a:lightRig rig="chilly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chilly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chilly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chilly" dir="t"/>
    </dgm:scene3d>
    <dgm:sp3d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chilly" dir="t"/>
    </dgm:scene3d>
    <dgm:sp3d prstMaterial="dkEdge">
      <a:bevelT w="127000" h="25400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chilly" dir="t"/>
    </dgm:scene3d>
    <dgm:sp3d z="-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chilly" dir="t"/>
    </dgm:scene3d>
    <dgm:sp3d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chilly" dir="t"/>
    </dgm:scene3d>
    <dgm:sp3d z="-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chilly" dir="t"/>
    </dgm:scene3d>
    <dgm:sp3d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chilly" dir="t"/>
    </dgm:scene3d>
    <dgm:sp3d z="-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chilly" dir="t"/>
    </dgm:scene3d>
    <dgm:sp3d z="-12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chilly" dir="t"/>
    </dgm:scene3d>
    <dgm:sp3d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chilly" dir="t"/>
    </dgm:scene3d>
    <dgm:sp3d z="-1524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chilly" dir="t"/>
    </dgm:scene3d>
    <dgm:sp3d z="12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0FF80A-2D7A-4025-ACD5-BE7FD7CA0EC4}" type="datetimeFigureOut">
              <a:rPr lang="en-IN" smtClean="0"/>
              <a:t>15-11-2025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69CC17-625F-4D6E-9A14-F0344E7FB2C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479286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0FF80A-2D7A-4025-ACD5-BE7FD7CA0EC4}" type="datetimeFigureOut">
              <a:rPr lang="en-IN" smtClean="0"/>
              <a:t>15-11-2025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69CC17-625F-4D6E-9A14-F0344E7FB2C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7093467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0FF80A-2D7A-4025-ACD5-BE7FD7CA0EC4}" type="datetimeFigureOut">
              <a:rPr lang="en-IN" smtClean="0"/>
              <a:t>15-11-2025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69CC17-625F-4D6E-9A14-F0344E7FB2C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742502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0FF80A-2D7A-4025-ACD5-BE7FD7CA0EC4}" type="datetimeFigureOut">
              <a:rPr lang="en-IN" smtClean="0"/>
              <a:t>15-11-2025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69CC17-625F-4D6E-9A14-F0344E7FB2C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7164881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0FF80A-2D7A-4025-ACD5-BE7FD7CA0EC4}" type="datetimeFigureOut">
              <a:rPr lang="en-IN" smtClean="0"/>
              <a:t>15-11-2025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69CC17-625F-4D6E-9A14-F0344E7FB2C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059763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0FF80A-2D7A-4025-ACD5-BE7FD7CA0EC4}" type="datetimeFigureOut">
              <a:rPr lang="en-IN" smtClean="0"/>
              <a:t>15-11-2025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69CC17-625F-4D6E-9A14-F0344E7FB2C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0679334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0FF80A-2D7A-4025-ACD5-BE7FD7CA0EC4}" type="datetimeFigureOut">
              <a:rPr lang="en-IN" smtClean="0"/>
              <a:t>15-11-2025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69CC17-625F-4D6E-9A14-F0344E7FB2C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051638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0FF80A-2D7A-4025-ACD5-BE7FD7CA0EC4}" type="datetimeFigureOut">
              <a:rPr lang="en-IN" smtClean="0"/>
              <a:t>15-11-2025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69CC17-625F-4D6E-9A14-F0344E7FB2C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998172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0FF80A-2D7A-4025-ACD5-BE7FD7CA0EC4}" type="datetimeFigureOut">
              <a:rPr lang="en-IN" smtClean="0"/>
              <a:t>15-11-2025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69CC17-625F-4D6E-9A14-F0344E7FB2C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3785585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0FF80A-2D7A-4025-ACD5-BE7FD7CA0EC4}" type="datetimeFigureOut">
              <a:rPr lang="en-IN" smtClean="0"/>
              <a:t>15-11-2025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69CC17-625F-4D6E-9A14-F0344E7FB2C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8201372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0FF80A-2D7A-4025-ACD5-BE7FD7CA0EC4}" type="datetimeFigureOut">
              <a:rPr lang="en-IN" smtClean="0"/>
              <a:t>15-11-2025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69CC17-625F-4D6E-9A14-F0344E7FB2C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2253547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80FF80A-2D7A-4025-ACD5-BE7FD7CA0EC4}" type="datetimeFigureOut">
              <a:rPr lang="en-IN" smtClean="0"/>
              <a:t>15-11-2025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A69CC17-625F-4D6E-9A14-F0344E7FB2C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06854115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webp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tmp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tmp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tmp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tmp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 flipH="1">
            <a:off x="1895962" y="1071154"/>
            <a:ext cx="818856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Road Sign Classification Using CNN Model</a:t>
            </a:r>
            <a:endParaRPr lang="en-IN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2528586" y="3357155"/>
            <a:ext cx="6923314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Name   : V </a:t>
            </a:r>
            <a:r>
              <a:rPr lang="en-US" sz="28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Dhanasekaran</a:t>
            </a:r>
            <a:endParaRPr lang="en-US" sz="2800" b="1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Course : Data Analytics &amp; Data Science</a:t>
            </a:r>
          </a:p>
          <a:p>
            <a:r>
              <a:rPr lang="en-US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Batch   : April 2025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57063" y="2263102"/>
            <a:ext cx="2646968" cy="3573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2661907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4062549" y="222068"/>
            <a:ext cx="355956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</a:t>
            </a:r>
            <a:endParaRPr lang="en-IN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818062" y="1538649"/>
            <a:ext cx="6484075" cy="39703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To Classify Road Signs Automatically Using A                      Deep Learning Model.</a:t>
            </a:r>
          </a:p>
          <a:p>
            <a:pPr lv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Improve Safety And Assist Autonomous Driving   Systems.</a:t>
            </a:r>
          </a:p>
          <a:p>
            <a:pPr lv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Build A Full Ml Pipeline Using CNN: Preprocessing → Training → Evaluation → U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lv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Handle 43 Classes Of Diverse Traffic Signs.</a:t>
            </a:r>
            <a:endParaRPr lang="en-US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50794" y="1651000"/>
            <a:ext cx="3302000" cy="3556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323797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4376057" y="666205"/>
            <a:ext cx="329769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Dataset Overview</a:t>
            </a:r>
            <a:endParaRPr lang="en-IN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Rectangle 1"/>
          <p:cNvSpPr>
            <a:spLocks noChangeArrowheads="1"/>
          </p:cNvSpPr>
          <p:nvPr/>
        </p:nvSpPr>
        <p:spPr bwMode="auto">
          <a:xfrm>
            <a:off x="0" y="-184666"/>
            <a:ext cx="328936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  <p:sp>
        <p:nvSpPr>
          <p:cNvPr id="7" name="Rectangle 6"/>
          <p:cNvSpPr/>
          <p:nvPr/>
        </p:nvSpPr>
        <p:spPr>
          <a:xfrm>
            <a:off x="544103" y="1632813"/>
            <a:ext cx="6575155" cy="441178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Dataset contains </a:t>
            </a:r>
            <a:r>
              <a:rPr lang="en-US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43 road sign classes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lvl="0"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Train: </a:t>
            </a:r>
            <a:r>
              <a:rPr lang="en-US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33,337 images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Validation: </a:t>
            </a:r>
            <a:r>
              <a:rPr lang="en-US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5,872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Test: </a:t>
            </a:r>
            <a:r>
              <a:rPr lang="en-US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12,630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lvl="0"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Images are of varying sizes and conditions.</a:t>
            </a:r>
          </a:p>
          <a:p>
            <a:pPr lvl="0"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Labels provided through folder structure + Test.csv file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8" name="Picture 7" descr="Screen Clippi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19703" y="2168390"/>
            <a:ext cx="4598125" cy="27824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0033024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4230196" y="527258"/>
            <a:ext cx="3715633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sz="3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Data Pre-processing</a:t>
            </a:r>
            <a:endParaRPr lang="en-IN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831621" y="1830152"/>
            <a:ext cx="5895749" cy="39039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Resized All Images To </a:t>
            </a:r>
            <a:r>
              <a:rPr lang="en-US" altLang="en-US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64 × 64</a:t>
            </a:r>
            <a:r>
              <a:rPr lang="en-US" alt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For Uniform Input Shape.</a:t>
            </a:r>
          </a:p>
          <a:p>
            <a:pPr lv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Normalized Pixel Values Between </a:t>
            </a:r>
            <a:r>
              <a:rPr lang="en-US" altLang="en-US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0 And 1</a:t>
            </a:r>
            <a:r>
              <a:rPr lang="en-US" alt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lv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Fixed Incorrect Image Paths From </a:t>
            </a:r>
            <a:r>
              <a:rPr lang="en-US" altLang="en-US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Test.Csv</a:t>
            </a:r>
            <a:r>
              <a:rPr lang="en-US" alt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Before Loading.</a:t>
            </a:r>
          </a:p>
          <a:p>
            <a:pPr lv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Prepared Generators For Efficient Batch Loading.</a:t>
            </a:r>
            <a:endParaRPr lang="en-US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7338"/>
          <a:stretch/>
        </p:blipFill>
        <p:spPr>
          <a:xfrm>
            <a:off x="7471955" y="1845729"/>
            <a:ext cx="3962400" cy="38883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2637161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4514772" y="199515"/>
            <a:ext cx="3613297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sz="3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Data Augmentation</a:t>
            </a:r>
            <a:endParaRPr lang="en-IN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1053465" y="1606553"/>
            <a:ext cx="6810376" cy="461664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Applied Rotation, Zoom, Shifting, And Flipping.</a:t>
            </a:r>
          </a:p>
          <a:p>
            <a:pPr lv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Increased Dataset Variability To Avoid Overfitting.</a:t>
            </a:r>
          </a:p>
          <a:p>
            <a:pPr lv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Strengthened Model’s Ability To Generalize.</a:t>
            </a:r>
          </a:p>
          <a:p>
            <a:pPr lv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Augmentation Applied Only To Training Data.</a:t>
            </a:r>
            <a:endParaRPr lang="en-US" alt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63841" y="1348195"/>
            <a:ext cx="3928949" cy="4762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3554104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4571828" y="762392"/>
            <a:ext cx="3374001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sz="3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CNN Architecture</a:t>
            </a:r>
            <a:endParaRPr lang="en-IN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Rectangle 1"/>
          <p:cNvSpPr>
            <a:spLocks noChangeArrowheads="1"/>
          </p:cNvSpPr>
          <p:nvPr/>
        </p:nvSpPr>
        <p:spPr bwMode="auto">
          <a:xfrm>
            <a:off x="0" y="-184666"/>
            <a:ext cx="328936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  <p:sp>
        <p:nvSpPr>
          <p:cNvPr id="6" name="Rectangle 5"/>
          <p:cNvSpPr/>
          <p:nvPr/>
        </p:nvSpPr>
        <p:spPr>
          <a:xfrm>
            <a:off x="961935" y="2048236"/>
            <a:ext cx="6096000" cy="3416320"/>
          </a:xfrm>
          <a:prstGeom prst="rect">
            <a:avLst/>
          </a:prstGeom>
        </p:spPr>
        <p:txBody>
          <a:bodyPr>
            <a:spAutoFit/>
          </a:bodyPr>
          <a:lstStyle/>
          <a:p>
            <a:pPr lv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Three blocks of Conv2D + </a:t>
            </a:r>
            <a:r>
              <a:rPr lang="en-US" alt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Batch Norm 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+ </a:t>
            </a:r>
            <a:r>
              <a:rPr lang="en-US" alt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Max Pooling 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layers.</a:t>
            </a:r>
          </a:p>
          <a:p>
            <a:pPr lv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Flatten → Dense (256 units) → Dropout for classification.</a:t>
            </a:r>
          </a:p>
          <a:p>
            <a:pPr lv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Sofmax</a:t>
            </a:r>
            <a:r>
              <a:rPr lang="en-US" alt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output layer for 43-class classification.</a:t>
            </a:r>
          </a:p>
          <a:p>
            <a:pPr lv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Model complexity: ~1.28 million parameters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7" name="Diagram 6"/>
          <p:cNvGraphicFramePr/>
          <p:nvPr>
            <p:extLst>
              <p:ext uri="{D42A27DB-BD31-4B8C-83A1-F6EECF244321}">
                <p14:modId xmlns:p14="http://schemas.microsoft.com/office/powerpoint/2010/main" val="819747390"/>
              </p:ext>
            </p:extLst>
          </p:nvPr>
        </p:nvGraphicFramePr>
        <p:xfrm>
          <a:off x="7945829" y="762392"/>
          <a:ext cx="3471817" cy="527618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54116974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4637619" y="184666"/>
            <a:ext cx="2916761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sz="3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Model Training</a:t>
            </a:r>
            <a:endParaRPr lang="en-IN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Rectangle 1"/>
          <p:cNvSpPr>
            <a:spLocks noChangeArrowheads="1"/>
          </p:cNvSpPr>
          <p:nvPr/>
        </p:nvSpPr>
        <p:spPr bwMode="auto">
          <a:xfrm>
            <a:off x="0" y="-184666"/>
            <a:ext cx="264816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791482" y="1711464"/>
            <a:ext cx="6096000" cy="3970318"/>
          </a:xfrm>
          <a:prstGeom prst="rect">
            <a:avLst/>
          </a:prstGeom>
        </p:spPr>
        <p:txBody>
          <a:bodyPr>
            <a:spAutoFit/>
          </a:bodyPr>
          <a:lstStyle/>
          <a:p>
            <a:pPr lv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Trained For </a:t>
            </a:r>
            <a:r>
              <a:rPr lang="en-US" altLang="en-US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15 Epochs</a:t>
            </a:r>
            <a:r>
              <a:rPr lang="en-US" alt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Using The Adam Optimizer.</a:t>
            </a:r>
          </a:p>
          <a:p>
            <a:pPr lv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Loss Function: </a:t>
            </a:r>
            <a:r>
              <a:rPr lang="en-US" altLang="en-US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Categorical Cross entropy</a:t>
            </a:r>
            <a:r>
              <a:rPr lang="en-US" alt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lv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Monitored Accuracy &amp; Loss For Train/Validation Sets.</a:t>
            </a:r>
          </a:p>
          <a:p>
            <a:pPr lv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Model Converged Smoothly With Strong Learning Pattern.</a:t>
            </a:r>
            <a:endParaRPr lang="en-US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Picture 6" descr="Milestone3_RoadSigns - Google Chrome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678" t="28195" r="51251" b="8753"/>
          <a:stretch/>
        </p:blipFill>
        <p:spPr>
          <a:xfrm>
            <a:off x="6991983" y="1005903"/>
            <a:ext cx="4829901" cy="2429692"/>
          </a:xfrm>
          <a:prstGeom prst="rect">
            <a:avLst/>
          </a:prstGeom>
        </p:spPr>
      </p:pic>
      <p:pic>
        <p:nvPicPr>
          <p:cNvPr id="8" name="Picture 7" descr="Milestone3_RoadSigns - Google Chrome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9036" t="28614" r="15230" b="8901"/>
          <a:stretch/>
        </p:blipFill>
        <p:spPr>
          <a:xfrm>
            <a:off x="6991983" y="3801291"/>
            <a:ext cx="4829901" cy="25080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591908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4205458" y="96185"/>
            <a:ext cx="3318537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sz="3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Model Evaluation</a:t>
            </a:r>
            <a:endParaRPr lang="en-IN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Rectangle 1"/>
          <p:cNvSpPr>
            <a:spLocks noChangeArrowheads="1"/>
          </p:cNvSpPr>
          <p:nvPr/>
        </p:nvSpPr>
        <p:spPr bwMode="auto">
          <a:xfrm>
            <a:off x="0" y="-184666"/>
            <a:ext cx="328936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  <p:sp>
        <p:nvSpPr>
          <p:cNvPr id="7" name="Rectangle 6"/>
          <p:cNvSpPr/>
          <p:nvPr/>
        </p:nvSpPr>
        <p:spPr>
          <a:xfrm>
            <a:off x="1013778" y="1703999"/>
            <a:ext cx="6096000" cy="3903954"/>
          </a:xfrm>
          <a:prstGeom prst="rect">
            <a:avLst/>
          </a:prstGeom>
        </p:spPr>
        <p:txBody>
          <a:bodyPr>
            <a:spAutoFit/>
          </a:bodyPr>
          <a:lstStyle/>
          <a:p>
            <a:pPr lv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Achieved </a:t>
            </a:r>
            <a:r>
              <a:rPr lang="en-US" altLang="en-US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~96% Test Accuracy</a:t>
            </a:r>
            <a:r>
              <a:rPr lang="en-US" alt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lv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Validation Accuracy Closely Matched Training Accuracy.</a:t>
            </a:r>
          </a:p>
          <a:p>
            <a:pPr lv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Classification Report Generated For All 43 Classes.</a:t>
            </a:r>
          </a:p>
          <a:p>
            <a:pPr lv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Confusion Matrix Used To Analyze Class-wise Performance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8" name="Picture 7" descr="Milestone3_RoadSigns - Google Chrome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2104" t="23359" r="21727" b="920"/>
          <a:stretch/>
        </p:blipFill>
        <p:spPr>
          <a:xfrm>
            <a:off x="7302136" y="1384663"/>
            <a:ext cx="4297678" cy="48071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87540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3563610" y="109249"/>
            <a:ext cx="5010667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sz="3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Prediction &amp; </a:t>
            </a:r>
            <a:r>
              <a:rPr lang="en-IN" sz="32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Streamlit</a:t>
            </a:r>
            <a:r>
              <a:rPr lang="en-IN" sz="3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App</a:t>
            </a:r>
            <a:endParaRPr lang="en-IN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805226" y="1782195"/>
            <a:ext cx="6096000" cy="3970318"/>
          </a:xfrm>
          <a:prstGeom prst="rect">
            <a:avLst/>
          </a:prstGeom>
        </p:spPr>
        <p:txBody>
          <a:bodyPr>
            <a:spAutoFit/>
          </a:bodyPr>
          <a:lstStyle/>
          <a:p>
            <a:pPr lv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Saved Model As </a:t>
            </a:r>
            <a:r>
              <a:rPr lang="en-US" altLang="en-US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Roadsigns_cnn_model.H5</a:t>
            </a:r>
            <a:r>
              <a:rPr lang="en-US" alt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lv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Streamlit</a:t>
            </a:r>
            <a:r>
              <a:rPr lang="en-US" alt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UI Developed To Upload Road Sign Images.</a:t>
            </a:r>
          </a:p>
          <a:p>
            <a:pPr lv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Outputs Predicted Class Number And Confidence Percentage.</a:t>
            </a:r>
          </a:p>
          <a:p>
            <a:pPr lv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Probability Distribution Shown Using A Bar Chart.</a:t>
            </a:r>
            <a:endParaRPr lang="en-US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Picture 6" descr="Road Sign Classifier - Google Chrome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2679" t="16464" r="35285" b="1142"/>
          <a:stretch/>
        </p:blipFill>
        <p:spPr>
          <a:xfrm>
            <a:off x="7524205" y="1063343"/>
            <a:ext cx="3905795" cy="54080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699560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3010143" y="213751"/>
            <a:ext cx="6570004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sz="3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 &amp; Future Enhancements</a:t>
            </a:r>
            <a:endParaRPr lang="en-IN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1183686" y="1784391"/>
            <a:ext cx="6096000" cy="4457952"/>
          </a:xfrm>
          <a:prstGeom prst="rect">
            <a:avLst/>
          </a:prstGeom>
        </p:spPr>
        <p:txBody>
          <a:bodyPr>
            <a:spAutoFit/>
          </a:bodyPr>
          <a:lstStyle/>
          <a:p>
            <a:pPr lv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Successfully Built An End-to-end Road Sign Classification System.</a:t>
            </a:r>
          </a:p>
          <a:p>
            <a:pPr lv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High Accuracy And Strong Generalization Across All Classes.</a:t>
            </a:r>
          </a:p>
          <a:p>
            <a:pPr lv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Useful For Smart Vehicles And Traffic Monitoring Applications.</a:t>
            </a:r>
          </a:p>
          <a:p>
            <a:pPr lv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Future: Add Class Names, Deploy Online, Real-time Camera Detection, Transfer Learning</a:t>
            </a:r>
            <a:endParaRPr lang="en-US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03029" y="2005623"/>
            <a:ext cx="3661954" cy="42367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5749632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29AF8C"/>
      </a:accent1>
      <a:accent2>
        <a:srgbClr val="97BE49"/>
      </a:accent2>
      <a:accent3>
        <a:srgbClr val="3D9CCC"/>
      </a:accent3>
      <a:accent4>
        <a:srgbClr val="7C60C6"/>
      </a:accent4>
      <a:accent5>
        <a:srgbClr val="C9492C"/>
      </a:accent5>
      <a:accent6>
        <a:srgbClr val="D58C2E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3E4F19A7-A959-40BB-972C-4880BAF8EB09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279</TotalTime>
  <Words>376</Words>
  <Application>Microsoft Office PowerPoint</Application>
  <PresentationFormat>Widescreen</PresentationFormat>
  <Paragraphs>57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Arial</vt:lpstr>
      <vt:lpstr>Calibri</vt:lpstr>
      <vt:lpstr>Calibri Light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LENOVO</dc:creator>
  <cp:lastModifiedBy>LENOVO</cp:lastModifiedBy>
  <cp:revision>13</cp:revision>
  <dcterms:created xsi:type="dcterms:W3CDTF">2025-11-15T03:07:47Z</dcterms:created>
  <dcterms:modified xsi:type="dcterms:W3CDTF">2025-11-15T07:46:56Z</dcterms:modified>
</cp:coreProperties>
</file>